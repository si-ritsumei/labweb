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11879263" cy="11879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 snapToObjects="1">
      <p:cViewPr varScale="1">
        <p:scale>
          <a:sx n="65" d="100"/>
          <a:sy n="65" d="100"/>
        </p:scale>
        <p:origin x="11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54085-8A22-3048-83B0-1E0E3602667B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C1F6B-67BE-3C48-8407-4CA0E018F6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510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7954" rtl="0" eaLnBrk="1" latinLnBrk="0" hangingPunct="1">
      <a:defRPr kumimoji="1" sz="955" kern="1200">
        <a:solidFill>
          <a:schemeClr val="tx1"/>
        </a:solidFill>
        <a:latin typeface="+mn-lt"/>
        <a:ea typeface="+mn-ea"/>
        <a:cs typeface="+mn-cs"/>
      </a:defRPr>
    </a:lvl1pPr>
    <a:lvl2pPr marL="363977" algn="l" defTabSz="727954" rtl="0" eaLnBrk="1" latinLnBrk="0" hangingPunct="1">
      <a:defRPr kumimoji="1" sz="955" kern="1200">
        <a:solidFill>
          <a:schemeClr val="tx1"/>
        </a:solidFill>
        <a:latin typeface="+mn-lt"/>
        <a:ea typeface="+mn-ea"/>
        <a:cs typeface="+mn-cs"/>
      </a:defRPr>
    </a:lvl2pPr>
    <a:lvl3pPr marL="727954" algn="l" defTabSz="727954" rtl="0" eaLnBrk="1" latinLnBrk="0" hangingPunct="1">
      <a:defRPr kumimoji="1" sz="955" kern="1200">
        <a:solidFill>
          <a:schemeClr val="tx1"/>
        </a:solidFill>
        <a:latin typeface="+mn-lt"/>
        <a:ea typeface="+mn-ea"/>
        <a:cs typeface="+mn-cs"/>
      </a:defRPr>
    </a:lvl3pPr>
    <a:lvl4pPr marL="1091931" algn="l" defTabSz="727954" rtl="0" eaLnBrk="1" latinLnBrk="0" hangingPunct="1">
      <a:defRPr kumimoji="1" sz="955" kern="1200">
        <a:solidFill>
          <a:schemeClr val="tx1"/>
        </a:solidFill>
        <a:latin typeface="+mn-lt"/>
        <a:ea typeface="+mn-ea"/>
        <a:cs typeface="+mn-cs"/>
      </a:defRPr>
    </a:lvl4pPr>
    <a:lvl5pPr marL="1455908" algn="l" defTabSz="727954" rtl="0" eaLnBrk="1" latinLnBrk="0" hangingPunct="1">
      <a:defRPr kumimoji="1" sz="955" kern="1200">
        <a:solidFill>
          <a:schemeClr val="tx1"/>
        </a:solidFill>
        <a:latin typeface="+mn-lt"/>
        <a:ea typeface="+mn-ea"/>
        <a:cs typeface="+mn-cs"/>
      </a:defRPr>
    </a:lvl5pPr>
    <a:lvl6pPr marL="1819885" algn="l" defTabSz="727954" rtl="0" eaLnBrk="1" latinLnBrk="0" hangingPunct="1">
      <a:defRPr kumimoji="1" sz="955" kern="1200">
        <a:solidFill>
          <a:schemeClr val="tx1"/>
        </a:solidFill>
        <a:latin typeface="+mn-lt"/>
        <a:ea typeface="+mn-ea"/>
        <a:cs typeface="+mn-cs"/>
      </a:defRPr>
    </a:lvl6pPr>
    <a:lvl7pPr marL="2183862" algn="l" defTabSz="727954" rtl="0" eaLnBrk="1" latinLnBrk="0" hangingPunct="1">
      <a:defRPr kumimoji="1" sz="955" kern="1200">
        <a:solidFill>
          <a:schemeClr val="tx1"/>
        </a:solidFill>
        <a:latin typeface="+mn-lt"/>
        <a:ea typeface="+mn-ea"/>
        <a:cs typeface="+mn-cs"/>
      </a:defRPr>
    </a:lvl7pPr>
    <a:lvl8pPr marL="2547838" algn="l" defTabSz="727954" rtl="0" eaLnBrk="1" latinLnBrk="0" hangingPunct="1">
      <a:defRPr kumimoji="1" sz="955" kern="1200">
        <a:solidFill>
          <a:schemeClr val="tx1"/>
        </a:solidFill>
        <a:latin typeface="+mn-lt"/>
        <a:ea typeface="+mn-ea"/>
        <a:cs typeface="+mn-cs"/>
      </a:defRPr>
    </a:lvl8pPr>
    <a:lvl9pPr marL="2911815" algn="l" defTabSz="727954" rtl="0" eaLnBrk="1" latinLnBrk="0" hangingPunct="1">
      <a:defRPr kumimoji="1" sz="9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C1F6B-67BE-3C48-8407-4CA0E018F6F0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3451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0945" y="1944130"/>
            <a:ext cx="10097374" cy="4135743"/>
          </a:xfrm>
        </p:spPr>
        <p:txBody>
          <a:bodyPr anchor="b"/>
          <a:lstStyle>
            <a:lvl1pPr algn="ctr">
              <a:defRPr sz="77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6239364"/>
            <a:ext cx="8909447" cy="2868071"/>
          </a:xfrm>
        </p:spPr>
        <p:txBody>
          <a:bodyPr/>
          <a:lstStyle>
            <a:lvl1pPr marL="0" indent="0" algn="ctr">
              <a:buNone/>
              <a:defRPr sz="3118"/>
            </a:lvl1pPr>
            <a:lvl2pPr marL="593949" indent="0" algn="ctr">
              <a:buNone/>
              <a:defRPr sz="2598"/>
            </a:lvl2pPr>
            <a:lvl3pPr marL="1187897" indent="0" algn="ctr">
              <a:buNone/>
              <a:defRPr sz="2338"/>
            </a:lvl3pPr>
            <a:lvl4pPr marL="1781846" indent="0" algn="ctr">
              <a:buNone/>
              <a:defRPr sz="2079"/>
            </a:lvl4pPr>
            <a:lvl5pPr marL="2375794" indent="0" algn="ctr">
              <a:buNone/>
              <a:defRPr sz="2079"/>
            </a:lvl5pPr>
            <a:lvl6pPr marL="2969743" indent="0" algn="ctr">
              <a:buNone/>
              <a:defRPr sz="2079"/>
            </a:lvl6pPr>
            <a:lvl7pPr marL="3563691" indent="0" algn="ctr">
              <a:buNone/>
              <a:defRPr sz="2079"/>
            </a:lvl7pPr>
            <a:lvl8pPr marL="4157640" indent="0" algn="ctr">
              <a:buNone/>
              <a:defRPr sz="2079"/>
            </a:lvl8pPr>
            <a:lvl9pPr marL="4751588" indent="0" algn="ctr">
              <a:buNone/>
              <a:defRPr sz="2079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C786-FC58-D14E-B1CA-E84D26C4A041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AD7C-F3DB-2D47-B29A-DC1F1E975B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726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C786-FC58-D14E-B1CA-E84D26C4A041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AD7C-F3DB-2D47-B29A-DC1F1E975B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7207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3" y="2961570"/>
            <a:ext cx="10245864" cy="4941443"/>
          </a:xfrm>
        </p:spPr>
        <p:txBody>
          <a:bodyPr anchor="b"/>
          <a:lstStyle>
            <a:lvl1pPr>
              <a:defRPr sz="77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3" y="7949760"/>
            <a:ext cx="10245864" cy="2598588"/>
          </a:xfrm>
        </p:spPr>
        <p:txBody>
          <a:bodyPr/>
          <a:lstStyle>
            <a:lvl1pPr marL="0" indent="0">
              <a:buNone/>
              <a:defRPr sz="3118">
                <a:solidFill>
                  <a:schemeClr val="tx1"/>
                </a:solidFill>
              </a:defRPr>
            </a:lvl1pPr>
            <a:lvl2pPr marL="593949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2pPr>
            <a:lvl3pPr marL="1187897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3pPr>
            <a:lvl4pPr marL="1781846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4pPr>
            <a:lvl5pPr marL="2375794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5pPr>
            <a:lvl6pPr marL="2969743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6pPr>
            <a:lvl7pPr marL="356369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7pPr>
            <a:lvl8pPr marL="4157640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8pPr>
            <a:lvl9pPr marL="4751588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C786-FC58-D14E-B1CA-E84D26C4A041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AD7C-F3DB-2D47-B29A-DC1F1E975B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558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3162304"/>
            <a:ext cx="5048687" cy="75372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3162304"/>
            <a:ext cx="5048687" cy="75372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C786-FC58-D14E-B1CA-E84D26C4A041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AD7C-F3DB-2D47-B29A-DC1F1E975B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5075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632464"/>
            <a:ext cx="10245864" cy="229610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8" y="2912070"/>
            <a:ext cx="5025484" cy="1427161"/>
          </a:xfrm>
        </p:spPr>
        <p:txBody>
          <a:bodyPr anchor="b"/>
          <a:lstStyle>
            <a:lvl1pPr marL="0" indent="0">
              <a:buNone/>
              <a:defRPr sz="3118" b="1"/>
            </a:lvl1pPr>
            <a:lvl2pPr marL="593949" indent="0">
              <a:buNone/>
              <a:defRPr sz="2598" b="1"/>
            </a:lvl2pPr>
            <a:lvl3pPr marL="1187897" indent="0">
              <a:buNone/>
              <a:defRPr sz="2338" b="1"/>
            </a:lvl3pPr>
            <a:lvl4pPr marL="1781846" indent="0">
              <a:buNone/>
              <a:defRPr sz="2079" b="1"/>
            </a:lvl4pPr>
            <a:lvl5pPr marL="2375794" indent="0">
              <a:buNone/>
              <a:defRPr sz="2079" b="1"/>
            </a:lvl5pPr>
            <a:lvl6pPr marL="2969743" indent="0">
              <a:buNone/>
              <a:defRPr sz="2079" b="1"/>
            </a:lvl6pPr>
            <a:lvl7pPr marL="3563691" indent="0">
              <a:buNone/>
              <a:defRPr sz="2079" b="1"/>
            </a:lvl7pPr>
            <a:lvl8pPr marL="4157640" indent="0">
              <a:buNone/>
              <a:defRPr sz="2079" b="1"/>
            </a:lvl8pPr>
            <a:lvl9pPr marL="4751588" indent="0">
              <a:buNone/>
              <a:defRPr sz="2079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8" y="4339231"/>
            <a:ext cx="5025484" cy="638235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8" y="2912070"/>
            <a:ext cx="5050234" cy="1427161"/>
          </a:xfrm>
        </p:spPr>
        <p:txBody>
          <a:bodyPr anchor="b"/>
          <a:lstStyle>
            <a:lvl1pPr marL="0" indent="0">
              <a:buNone/>
              <a:defRPr sz="3118" b="1"/>
            </a:lvl1pPr>
            <a:lvl2pPr marL="593949" indent="0">
              <a:buNone/>
              <a:defRPr sz="2598" b="1"/>
            </a:lvl2pPr>
            <a:lvl3pPr marL="1187897" indent="0">
              <a:buNone/>
              <a:defRPr sz="2338" b="1"/>
            </a:lvl3pPr>
            <a:lvl4pPr marL="1781846" indent="0">
              <a:buNone/>
              <a:defRPr sz="2079" b="1"/>
            </a:lvl4pPr>
            <a:lvl5pPr marL="2375794" indent="0">
              <a:buNone/>
              <a:defRPr sz="2079" b="1"/>
            </a:lvl5pPr>
            <a:lvl6pPr marL="2969743" indent="0">
              <a:buNone/>
              <a:defRPr sz="2079" b="1"/>
            </a:lvl6pPr>
            <a:lvl7pPr marL="3563691" indent="0">
              <a:buNone/>
              <a:defRPr sz="2079" b="1"/>
            </a:lvl7pPr>
            <a:lvl8pPr marL="4157640" indent="0">
              <a:buNone/>
              <a:defRPr sz="2079" b="1"/>
            </a:lvl8pPr>
            <a:lvl9pPr marL="4751588" indent="0">
              <a:buNone/>
              <a:defRPr sz="2079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8" y="4339231"/>
            <a:ext cx="5050234" cy="638235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C786-FC58-D14E-B1CA-E84D26C4A041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AD7C-F3DB-2D47-B29A-DC1F1E975B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45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C786-FC58-D14E-B1CA-E84D26C4A041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AD7C-F3DB-2D47-B29A-DC1F1E975B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3575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C786-FC58-D14E-B1CA-E84D26C4A041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AD7C-F3DB-2D47-B29A-DC1F1E975B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14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6" y="791951"/>
            <a:ext cx="3831372" cy="2771828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1710397"/>
            <a:ext cx="6013877" cy="8441976"/>
          </a:xfrm>
        </p:spPr>
        <p:txBody>
          <a:bodyPr/>
          <a:lstStyle>
            <a:lvl1pPr>
              <a:defRPr sz="4157"/>
            </a:lvl1pPr>
            <a:lvl2pPr>
              <a:defRPr sz="3637"/>
            </a:lvl2pPr>
            <a:lvl3pPr>
              <a:defRPr sz="3118"/>
            </a:lvl3pPr>
            <a:lvl4pPr>
              <a:defRPr sz="2598"/>
            </a:lvl4pPr>
            <a:lvl5pPr>
              <a:defRPr sz="2598"/>
            </a:lvl5pPr>
            <a:lvl6pPr>
              <a:defRPr sz="2598"/>
            </a:lvl6pPr>
            <a:lvl7pPr>
              <a:defRPr sz="2598"/>
            </a:lvl7pPr>
            <a:lvl8pPr>
              <a:defRPr sz="2598"/>
            </a:lvl8pPr>
            <a:lvl9pPr>
              <a:defRPr sz="259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6" y="3563779"/>
            <a:ext cx="3831372" cy="6602341"/>
          </a:xfrm>
        </p:spPr>
        <p:txBody>
          <a:bodyPr/>
          <a:lstStyle>
            <a:lvl1pPr marL="0" indent="0">
              <a:buNone/>
              <a:defRPr sz="2079"/>
            </a:lvl1pPr>
            <a:lvl2pPr marL="593949" indent="0">
              <a:buNone/>
              <a:defRPr sz="1819"/>
            </a:lvl2pPr>
            <a:lvl3pPr marL="1187897" indent="0">
              <a:buNone/>
              <a:defRPr sz="1559"/>
            </a:lvl3pPr>
            <a:lvl4pPr marL="1781846" indent="0">
              <a:buNone/>
              <a:defRPr sz="1299"/>
            </a:lvl4pPr>
            <a:lvl5pPr marL="2375794" indent="0">
              <a:buNone/>
              <a:defRPr sz="1299"/>
            </a:lvl5pPr>
            <a:lvl6pPr marL="2969743" indent="0">
              <a:buNone/>
              <a:defRPr sz="1299"/>
            </a:lvl6pPr>
            <a:lvl7pPr marL="3563691" indent="0">
              <a:buNone/>
              <a:defRPr sz="1299"/>
            </a:lvl7pPr>
            <a:lvl8pPr marL="4157640" indent="0">
              <a:buNone/>
              <a:defRPr sz="1299"/>
            </a:lvl8pPr>
            <a:lvl9pPr marL="4751588" indent="0">
              <a:buNone/>
              <a:defRPr sz="129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C786-FC58-D14E-B1CA-E84D26C4A041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AD7C-F3DB-2D47-B29A-DC1F1E975B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7292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6" y="791951"/>
            <a:ext cx="3831372" cy="2771828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1710397"/>
            <a:ext cx="6013877" cy="8441976"/>
          </a:xfrm>
        </p:spPr>
        <p:txBody>
          <a:bodyPr anchor="t"/>
          <a:lstStyle>
            <a:lvl1pPr marL="0" indent="0">
              <a:buNone/>
              <a:defRPr sz="4157"/>
            </a:lvl1pPr>
            <a:lvl2pPr marL="593949" indent="0">
              <a:buNone/>
              <a:defRPr sz="3637"/>
            </a:lvl2pPr>
            <a:lvl3pPr marL="1187897" indent="0">
              <a:buNone/>
              <a:defRPr sz="3118"/>
            </a:lvl3pPr>
            <a:lvl4pPr marL="1781846" indent="0">
              <a:buNone/>
              <a:defRPr sz="2598"/>
            </a:lvl4pPr>
            <a:lvl5pPr marL="2375794" indent="0">
              <a:buNone/>
              <a:defRPr sz="2598"/>
            </a:lvl5pPr>
            <a:lvl6pPr marL="2969743" indent="0">
              <a:buNone/>
              <a:defRPr sz="2598"/>
            </a:lvl6pPr>
            <a:lvl7pPr marL="3563691" indent="0">
              <a:buNone/>
              <a:defRPr sz="2598"/>
            </a:lvl7pPr>
            <a:lvl8pPr marL="4157640" indent="0">
              <a:buNone/>
              <a:defRPr sz="2598"/>
            </a:lvl8pPr>
            <a:lvl9pPr marL="4751588" indent="0">
              <a:buNone/>
              <a:defRPr sz="259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6" y="3563779"/>
            <a:ext cx="3831372" cy="6602341"/>
          </a:xfrm>
        </p:spPr>
        <p:txBody>
          <a:bodyPr/>
          <a:lstStyle>
            <a:lvl1pPr marL="0" indent="0">
              <a:buNone/>
              <a:defRPr sz="2079"/>
            </a:lvl1pPr>
            <a:lvl2pPr marL="593949" indent="0">
              <a:buNone/>
              <a:defRPr sz="1819"/>
            </a:lvl2pPr>
            <a:lvl3pPr marL="1187897" indent="0">
              <a:buNone/>
              <a:defRPr sz="1559"/>
            </a:lvl3pPr>
            <a:lvl4pPr marL="1781846" indent="0">
              <a:buNone/>
              <a:defRPr sz="1299"/>
            </a:lvl4pPr>
            <a:lvl5pPr marL="2375794" indent="0">
              <a:buNone/>
              <a:defRPr sz="1299"/>
            </a:lvl5pPr>
            <a:lvl6pPr marL="2969743" indent="0">
              <a:buNone/>
              <a:defRPr sz="1299"/>
            </a:lvl6pPr>
            <a:lvl7pPr marL="3563691" indent="0">
              <a:buNone/>
              <a:defRPr sz="1299"/>
            </a:lvl7pPr>
            <a:lvl8pPr marL="4157640" indent="0">
              <a:buNone/>
              <a:defRPr sz="1299"/>
            </a:lvl8pPr>
            <a:lvl9pPr marL="4751588" indent="0">
              <a:buNone/>
              <a:defRPr sz="129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C786-FC58-D14E-B1CA-E84D26C4A041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AD7C-F3DB-2D47-B29A-DC1F1E975B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7052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C786-FC58-D14E-B1CA-E84D26C4A041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AD7C-F3DB-2D47-B29A-DC1F1E975B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955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632461"/>
            <a:ext cx="2561466" cy="1006712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632461"/>
            <a:ext cx="7535907" cy="1006712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C786-FC58-D14E-B1CA-E84D26C4A041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AD7C-F3DB-2D47-B29A-DC1F1E975B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66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632464"/>
            <a:ext cx="10245864" cy="2296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3162304"/>
            <a:ext cx="10245864" cy="753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11010319"/>
            <a:ext cx="2672834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1C786-FC58-D14E-B1CA-E84D26C4A041}" type="datetimeFigureOut">
              <a:rPr kumimoji="1" lang="ja-JP" altLang="en-US" smtClean="0"/>
              <a:t>2022/5/13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11010319"/>
            <a:ext cx="4009251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11010319"/>
            <a:ext cx="2672834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5AD7C-F3DB-2D47-B29A-DC1F1E975B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17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87897" rtl="0" eaLnBrk="1" latinLnBrk="0" hangingPunct="1">
        <a:lnSpc>
          <a:spcPct val="90000"/>
        </a:lnSpc>
        <a:spcBef>
          <a:spcPct val="0"/>
        </a:spcBef>
        <a:buNone/>
        <a:defRPr kumimoji="1"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74" indent="-296974" algn="l" defTabSz="118789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kumimoji="1" sz="3637" kern="1200">
          <a:solidFill>
            <a:schemeClr val="tx1"/>
          </a:solidFill>
          <a:latin typeface="+mn-lt"/>
          <a:ea typeface="+mn-ea"/>
          <a:cs typeface="+mn-cs"/>
        </a:defRPr>
      </a:lvl1pPr>
      <a:lvl2pPr marL="890923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kumimoji="1"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871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kumimoji="1"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820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768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717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665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614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562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897" rtl="0" eaLnBrk="1" latinLnBrk="0" hangingPunct="1"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49" algn="l" defTabSz="1187897" rtl="0" eaLnBrk="1" latinLnBrk="0" hangingPunct="1"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897" algn="l" defTabSz="1187897" rtl="0" eaLnBrk="1" latinLnBrk="0" hangingPunct="1"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846" algn="l" defTabSz="1187897" rtl="0" eaLnBrk="1" latinLnBrk="0" hangingPunct="1"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794" algn="l" defTabSz="1187897" rtl="0" eaLnBrk="1" latinLnBrk="0" hangingPunct="1"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743" algn="l" defTabSz="1187897" rtl="0" eaLnBrk="1" latinLnBrk="0" hangingPunct="1"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691" algn="l" defTabSz="1187897" rtl="0" eaLnBrk="1" latinLnBrk="0" hangingPunct="1"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640" algn="l" defTabSz="1187897" rtl="0" eaLnBrk="1" latinLnBrk="0" hangingPunct="1"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588" algn="l" defTabSz="1187897" rtl="0" eaLnBrk="1" latinLnBrk="0" hangingPunct="1"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建物の前に座っている男性&#10;&#10;中程度の精度で自動的に生成された説明">
            <a:extLst>
              <a:ext uri="{FF2B5EF4-FFF2-40B4-BE49-F238E27FC236}">
                <a16:creationId xmlns:a16="http://schemas.microsoft.com/office/drawing/2014/main" id="{00236D38-409F-2AE1-2149-B60665409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79263" cy="1187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304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グラフ&#10;&#10;自動的に生成された説明">
            <a:extLst>
              <a:ext uri="{FF2B5EF4-FFF2-40B4-BE49-F238E27FC236}">
                <a16:creationId xmlns:a16="http://schemas.microsoft.com/office/drawing/2014/main" id="{AFE23FF4-F0F2-3782-E17E-DD4F76524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013" y="0"/>
            <a:ext cx="9177235" cy="1188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4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5F692B74-9C77-B83B-3CAB-C41AEF60E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81067"/>
            <a:ext cx="11879263" cy="790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709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アイコン&#10;&#10;自動的に生成された説明">
            <a:extLst>
              <a:ext uri="{FF2B5EF4-FFF2-40B4-BE49-F238E27FC236}">
                <a16:creationId xmlns:a16="http://schemas.microsoft.com/office/drawing/2014/main" id="{8012EFCB-E04E-F111-18F7-E35123EC0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017" y="868634"/>
            <a:ext cx="9653227" cy="1014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2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アイコン&#10;&#10;自動的に生成された説明">
            <a:extLst>
              <a:ext uri="{FF2B5EF4-FFF2-40B4-BE49-F238E27FC236}">
                <a16:creationId xmlns:a16="http://schemas.microsoft.com/office/drawing/2014/main" id="{F392C761-597A-378F-2ABB-91523E75B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18" y="0"/>
            <a:ext cx="10674626" cy="1188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9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ロゴ&#10;&#10;自動的に生成された説明">
            <a:extLst>
              <a:ext uri="{FF2B5EF4-FFF2-40B4-BE49-F238E27FC236}">
                <a16:creationId xmlns:a16="http://schemas.microsoft.com/office/drawing/2014/main" id="{A46B4CD9-A85B-39ED-EBB5-4EA2404CA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688" y="843697"/>
            <a:ext cx="8917885" cy="1019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1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アイコン&#10;&#10;自動的に生成された説明">
            <a:extLst>
              <a:ext uri="{FF2B5EF4-FFF2-40B4-BE49-F238E27FC236}">
                <a16:creationId xmlns:a16="http://schemas.microsoft.com/office/drawing/2014/main" id="{7069FB9C-DE88-1282-DD21-BEFC95C39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162" y="1347752"/>
            <a:ext cx="9122937" cy="918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81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1</Words>
  <Application>Microsoft Macintosh PowerPoint</Application>
  <PresentationFormat>ユーザー設定</PresentationFormat>
  <Paragraphs>1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元澤 海月(is0380sr)</dc:creator>
  <cp:lastModifiedBy>元澤 海月(is0380sr)</cp:lastModifiedBy>
  <cp:revision>4</cp:revision>
  <dcterms:created xsi:type="dcterms:W3CDTF">2022-05-13T01:24:09Z</dcterms:created>
  <dcterms:modified xsi:type="dcterms:W3CDTF">2022-05-13T04:34:21Z</dcterms:modified>
</cp:coreProperties>
</file>