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62" r:id="rId2"/>
    <p:sldId id="264" r:id="rId3"/>
    <p:sldId id="275" r:id="rId4"/>
    <p:sldId id="278" r:id="rId5"/>
    <p:sldId id="277" r:id="rId6"/>
    <p:sldId id="276" r:id="rId7"/>
    <p:sldId id="263" r:id="rId8"/>
    <p:sldId id="258" r:id="rId9"/>
    <p:sldId id="268" r:id="rId10"/>
    <p:sldId id="259" r:id="rId11"/>
    <p:sldId id="274" r:id="rId12"/>
    <p:sldId id="283" r:id="rId13"/>
    <p:sldId id="273" r:id="rId14"/>
    <p:sldId id="260" r:id="rId15"/>
    <p:sldId id="269" r:id="rId16"/>
    <p:sldId id="261" r:id="rId17"/>
    <p:sldId id="265" r:id="rId18"/>
    <p:sldId id="257" r:id="rId19"/>
    <p:sldId id="266" r:id="rId20"/>
    <p:sldId id="281" r:id="rId21"/>
    <p:sldId id="267" r:id="rId22"/>
    <p:sldId id="270" r:id="rId23"/>
    <p:sldId id="272" r:id="rId24"/>
    <p:sldId id="282" r:id="rId25"/>
    <p:sldId id="279" r:id="rId26"/>
    <p:sldId id="280" r:id="rId27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1573"/>
  </p:normalViewPr>
  <p:slideViewPr>
    <p:cSldViewPr snapToGrid="0" snapToObjects="1">
      <p:cViewPr>
        <p:scale>
          <a:sx n="96" d="100"/>
          <a:sy n="96" d="100"/>
        </p:scale>
        <p:origin x="-224" y="536"/>
      </p:cViewPr>
      <p:guideLst/>
    </p:cSldViewPr>
  </p:slideViewPr>
  <p:notesTextViewPr>
    <p:cViewPr>
      <p:scale>
        <a:sx n="1" d="1"/>
        <a:sy n="1" d="1"/>
      </p:scale>
      <p:origin x="0" y="-69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DE6221-A9D7-4D4F-8679-FA327622D236}" type="datetimeFigureOut">
              <a:rPr lang="en-JP" smtClean="0"/>
              <a:t>2022/03/17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7BCBD-60B3-A64B-BA0A-37CC77E37F3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3203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urakami-lab.slack.com/archives/D010Y4ERP4N/p1648014811165569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murakami-lab.slack.com/archives/D010Y4ERP4N/p1648014934949809" TargetMode="External"/><Relationship Id="rId5" Type="http://schemas.openxmlformats.org/officeDocument/2006/relationships/hyperlink" Target="https://murakami-lab.slack.com/archives/D010Y4ERP4N/p1648014830343119" TargetMode="External"/><Relationship Id="rId4" Type="http://schemas.openxmlformats.org/officeDocument/2006/relationships/hyperlink" Target="https://murakami-lab.slack.com/archives/D010Y4ERP4N/p1648014820263019" TargetMode="Externa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15586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31986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latin typeface="+mn-ea"/>
              </a:rPr>
              <a:t>多言語コミュニケーションのための</a:t>
            </a:r>
            <a:br>
              <a:rPr lang="en-US" altLang="ja-JP" dirty="0">
                <a:latin typeface="+mn-ea"/>
              </a:rPr>
            </a:br>
            <a:r>
              <a:rPr lang="ja-JP" altLang="en-US">
                <a:latin typeface="+mn-ea"/>
              </a:rPr>
              <a:t>ファシリテータエージェント</a:t>
            </a:r>
            <a:r>
              <a:rPr lang="th-TH" altLang="ja-JP" dirty="0">
                <a:latin typeface="+mn-ea"/>
              </a:rPr>
              <a:t> </a:t>
            </a:r>
            <a:r>
              <a:rPr lang="en-US" altLang="ja-JP" dirty="0">
                <a:latin typeface="+mn-ea"/>
              </a:rPr>
              <a:t>(</a:t>
            </a:r>
            <a:r>
              <a:rPr lang="en-US" altLang="ja-JP" dirty="0" err="1">
                <a:latin typeface="+mn-ea"/>
              </a:rPr>
              <a:t>Yokote</a:t>
            </a:r>
            <a:r>
              <a:rPr lang="en-US" altLang="ja-JP" dirty="0">
                <a:latin typeface="+mn-ea"/>
              </a:rPr>
              <a:t>)</a:t>
            </a:r>
            <a:endParaRPr lang="en-JP" dirty="0"/>
          </a:p>
          <a:p>
            <a:endParaRPr lang="en-JP" dirty="0"/>
          </a:p>
          <a:p>
            <a:endParaRPr lang="en-JP" dirty="0"/>
          </a:p>
          <a:p>
            <a:r>
              <a:rPr lang="en-JP" dirty="0"/>
              <a:t>議論の内容を理解できたか</a:t>
            </a:r>
          </a:p>
          <a:p>
            <a:r>
              <a:rPr lang="en-JP" dirty="0"/>
              <a:t>他の参加者の意見をきちんと理解できたか</a:t>
            </a:r>
          </a:p>
          <a:p>
            <a:r>
              <a:rPr lang="en-JP" dirty="0"/>
              <a:t>全体を通して話しやすいと感じたか</a:t>
            </a:r>
          </a:p>
          <a:p>
            <a:r>
              <a:rPr lang="en-JP" dirty="0"/>
              <a:t>自分の意見を他の参加者に伝えることができたか</a:t>
            </a:r>
          </a:p>
          <a:p>
            <a:r>
              <a:rPr lang="en-JP" dirty="0"/>
              <a:t>ファシリテータからのコミュニケーション（システムメッセージ）が発言のきっかけになったか</a:t>
            </a:r>
          </a:p>
          <a:p>
            <a:r>
              <a:rPr lang="en-JP" dirty="0"/>
              <a:t>議論に参加しているという実感があったか</a:t>
            </a:r>
          </a:p>
          <a:p>
            <a:endParaRPr lang="en-JP" dirty="0"/>
          </a:p>
          <a:p>
            <a:r>
              <a:rPr lang="en-JP" dirty="0"/>
              <a:t>Did you understand the content of the discussion?</a:t>
            </a:r>
          </a:p>
          <a:p>
            <a:r>
              <a:rPr lang="en-JP" dirty="0"/>
              <a:t>Did you understand the opinions of other participants properly?</a:t>
            </a:r>
          </a:p>
          <a:p>
            <a:r>
              <a:rPr lang="en-JP" dirty="0"/>
              <a:t>Did you find it easy to talk to throughout?</a:t>
            </a:r>
          </a:p>
          <a:p>
            <a:r>
              <a:rPr lang="en-JP" dirty="0"/>
              <a:t>Was it possible to convey my opinion to other participants?</a:t>
            </a:r>
          </a:p>
          <a:p>
            <a:r>
              <a:rPr lang="en-JP" dirty="0"/>
              <a:t>Did the communication (system message) from the facilitator trigger the remark?</a:t>
            </a:r>
          </a:p>
          <a:p>
            <a:r>
              <a:rPr lang="en-JP" dirty="0"/>
              <a:t>Did you feel that you were participating in the discussion?</a:t>
            </a:r>
          </a:p>
          <a:p>
            <a:endParaRPr lang="en-JP" dirty="0"/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93983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latin typeface="+mn-ea"/>
              </a:rPr>
              <a:t>多言語コミュニケーションのための</a:t>
            </a:r>
            <a:br>
              <a:rPr lang="en-US" altLang="ja-JP" dirty="0">
                <a:latin typeface="+mn-ea"/>
              </a:rPr>
            </a:br>
            <a:r>
              <a:rPr lang="ja-JP" altLang="en-US">
                <a:latin typeface="+mn-ea"/>
              </a:rPr>
              <a:t>ファシリテータエージェント</a:t>
            </a:r>
            <a:r>
              <a:rPr lang="th-TH" altLang="ja-JP" dirty="0">
                <a:latin typeface="+mn-ea"/>
              </a:rPr>
              <a:t> </a:t>
            </a:r>
            <a:r>
              <a:rPr lang="en-US" altLang="ja-JP" dirty="0">
                <a:latin typeface="+mn-ea"/>
              </a:rPr>
              <a:t>(</a:t>
            </a:r>
            <a:r>
              <a:rPr lang="en-US" altLang="ja-JP" dirty="0" err="1">
                <a:latin typeface="+mn-ea"/>
              </a:rPr>
              <a:t>Yokote</a:t>
            </a:r>
            <a:r>
              <a:rPr lang="en-US" altLang="ja-JP" dirty="0">
                <a:latin typeface="+mn-ea"/>
              </a:rPr>
              <a:t>)</a:t>
            </a:r>
            <a:endParaRPr lang="en-JP" dirty="0"/>
          </a:p>
          <a:p>
            <a:endParaRPr lang="en-JP" dirty="0"/>
          </a:p>
          <a:p>
            <a:endParaRPr lang="en-JP" dirty="0"/>
          </a:p>
          <a:p>
            <a:r>
              <a:rPr lang="en-JP" dirty="0"/>
              <a:t>議論の内容を理解できたか</a:t>
            </a:r>
          </a:p>
          <a:p>
            <a:r>
              <a:rPr lang="en-JP" dirty="0"/>
              <a:t>他の参加者の意見をきちんと理解できたか</a:t>
            </a:r>
          </a:p>
          <a:p>
            <a:r>
              <a:rPr lang="en-JP" dirty="0"/>
              <a:t>全体を通して話しやすいと感じたか</a:t>
            </a:r>
          </a:p>
          <a:p>
            <a:r>
              <a:rPr lang="en-JP" dirty="0"/>
              <a:t>自分の意見を他の参加者に伝えることができたか</a:t>
            </a:r>
          </a:p>
          <a:p>
            <a:r>
              <a:rPr lang="en-JP" dirty="0"/>
              <a:t>ファシリテータからのコミュニケーション（システムメッセージ）が発言のきっかけになったか</a:t>
            </a:r>
          </a:p>
          <a:p>
            <a:r>
              <a:rPr lang="en-JP" dirty="0"/>
              <a:t>議論に参加しているという実感があったか</a:t>
            </a:r>
          </a:p>
          <a:p>
            <a:endParaRPr lang="en-JP" dirty="0"/>
          </a:p>
          <a:p>
            <a:r>
              <a:rPr lang="en-JP" dirty="0"/>
              <a:t>Did you understand the content of the discussion?</a:t>
            </a:r>
          </a:p>
          <a:p>
            <a:r>
              <a:rPr lang="en-JP" dirty="0"/>
              <a:t>Did you understand the opinions of other participants properly?</a:t>
            </a:r>
          </a:p>
          <a:p>
            <a:r>
              <a:rPr lang="en-JP" dirty="0"/>
              <a:t>Did you find it easy to talk to throughout?</a:t>
            </a:r>
          </a:p>
          <a:p>
            <a:r>
              <a:rPr lang="en-JP" dirty="0"/>
              <a:t>Was it possible to convey my opinion to other participants?</a:t>
            </a:r>
          </a:p>
          <a:p>
            <a:r>
              <a:rPr lang="en-JP" dirty="0"/>
              <a:t>Did the communication (system message) from the facilitator trigger the remark?</a:t>
            </a:r>
          </a:p>
          <a:p>
            <a:r>
              <a:rPr lang="en-JP" dirty="0"/>
              <a:t>Did you feel that you were participating in the discussion?</a:t>
            </a:r>
          </a:p>
          <a:p>
            <a:endParaRPr lang="en-JP" dirty="0"/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5909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10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56826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latin typeface="+mn-ea"/>
              </a:rPr>
              <a:t>多言語コミュニケーションのための</a:t>
            </a:r>
            <a:br>
              <a:rPr lang="en-US" altLang="ja-JP" dirty="0">
                <a:latin typeface="+mn-ea"/>
              </a:rPr>
            </a:br>
            <a:r>
              <a:rPr lang="ja-JP" altLang="en-US">
                <a:latin typeface="+mn-ea"/>
              </a:rPr>
              <a:t>ファシリテータエージェント</a:t>
            </a:r>
            <a:r>
              <a:rPr lang="th-TH" altLang="ja-JP" dirty="0">
                <a:latin typeface="+mn-ea"/>
              </a:rPr>
              <a:t> </a:t>
            </a:r>
            <a:r>
              <a:rPr lang="en-US" altLang="ja-JP" dirty="0">
                <a:latin typeface="+mn-ea"/>
              </a:rPr>
              <a:t>(</a:t>
            </a:r>
            <a:r>
              <a:rPr lang="en-US" altLang="ja-JP" dirty="0" err="1">
                <a:latin typeface="+mn-ea"/>
              </a:rPr>
              <a:t>Yokote</a:t>
            </a:r>
            <a:r>
              <a:rPr lang="en-US" altLang="ja-JP" dirty="0">
                <a:latin typeface="+mn-ea"/>
              </a:rPr>
              <a:t>)</a:t>
            </a:r>
            <a:endParaRPr lang="en-JP" dirty="0"/>
          </a:p>
          <a:p>
            <a:endParaRPr lang="en-JP" dirty="0"/>
          </a:p>
          <a:p>
            <a:endParaRPr lang="en-JP" dirty="0"/>
          </a:p>
          <a:p>
            <a:r>
              <a:rPr lang="en-JP" dirty="0"/>
              <a:t>議論の内容を理解できたか</a:t>
            </a:r>
          </a:p>
          <a:p>
            <a:r>
              <a:rPr lang="en-JP" dirty="0"/>
              <a:t>他の参加者の意見をきちんと理解できたか</a:t>
            </a:r>
          </a:p>
          <a:p>
            <a:r>
              <a:rPr lang="en-JP" dirty="0"/>
              <a:t>全体を通して話しやすいと感じたか</a:t>
            </a:r>
          </a:p>
          <a:p>
            <a:r>
              <a:rPr lang="en-JP" dirty="0"/>
              <a:t>自分の意見を他の参加者に伝えることができたか</a:t>
            </a:r>
          </a:p>
          <a:p>
            <a:r>
              <a:rPr lang="en-JP" dirty="0"/>
              <a:t>ファシリテータからのコミュニケーション（システムメッセージ）が発言のきっかけになったか</a:t>
            </a:r>
          </a:p>
          <a:p>
            <a:r>
              <a:rPr lang="en-JP" dirty="0"/>
              <a:t>議論に参加しているという実感があったか</a:t>
            </a:r>
          </a:p>
          <a:p>
            <a:endParaRPr lang="en-JP" dirty="0"/>
          </a:p>
          <a:p>
            <a:r>
              <a:rPr lang="en-JP" dirty="0"/>
              <a:t>Did you understand the content of the discussion?</a:t>
            </a:r>
          </a:p>
          <a:p>
            <a:r>
              <a:rPr lang="en-JP" dirty="0"/>
              <a:t>Did you understand the opinions of other participants properly?</a:t>
            </a:r>
          </a:p>
          <a:p>
            <a:r>
              <a:rPr lang="en-JP" dirty="0"/>
              <a:t>Did you find it easy to talk to throughout?</a:t>
            </a:r>
          </a:p>
          <a:p>
            <a:r>
              <a:rPr lang="en-JP" dirty="0"/>
              <a:t>Was it possible to convey my opinion to other participants?</a:t>
            </a:r>
          </a:p>
          <a:p>
            <a:r>
              <a:rPr lang="en-JP" dirty="0"/>
              <a:t>Did the communication (system message) from the facilitator trigger the remark?</a:t>
            </a:r>
          </a:p>
          <a:p>
            <a:r>
              <a:rPr lang="en-JP" dirty="0"/>
              <a:t>Did you feel that you were participating in the discussion?</a:t>
            </a:r>
          </a:p>
          <a:p>
            <a:endParaRPr lang="en-JP" dirty="0"/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11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01457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latin typeface="+mn-ea"/>
              </a:rPr>
              <a:t>多言語コミュニケーションのための</a:t>
            </a:r>
            <a:br>
              <a:rPr lang="en-US" altLang="ja-JP" dirty="0">
                <a:latin typeface="+mn-ea"/>
              </a:rPr>
            </a:br>
            <a:r>
              <a:rPr lang="ja-JP" altLang="en-US">
                <a:latin typeface="+mn-ea"/>
              </a:rPr>
              <a:t>ファシリテータエージェント</a:t>
            </a:r>
            <a:r>
              <a:rPr lang="th-TH" altLang="ja-JP" dirty="0">
                <a:latin typeface="+mn-ea"/>
              </a:rPr>
              <a:t> </a:t>
            </a:r>
            <a:r>
              <a:rPr lang="en-US" altLang="ja-JP" dirty="0">
                <a:latin typeface="+mn-ea"/>
              </a:rPr>
              <a:t>(</a:t>
            </a:r>
            <a:r>
              <a:rPr lang="en-US" altLang="ja-JP" dirty="0" err="1">
                <a:latin typeface="+mn-ea"/>
              </a:rPr>
              <a:t>Yokote</a:t>
            </a:r>
            <a:r>
              <a:rPr lang="en-US" altLang="ja-JP" dirty="0">
                <a:latin typeface="+mn-ea"/>
              </a:rPr>
              <a:t>)</a:t>
            </a:r>
            <a:endParaRPr lang="en-JP" dirty="0"/>
          </a:p>
          <a:p>
            <a:endParaRPr lang="en-JP" dirty="0"/>
          </a:p>
          <a:p>
            <a:endParaRPr lang="en-JP" dirty="0"/>
          </a:p>
          <a:p>
            <a:r>
              <a:rPr lang="en-JP" dirty="0"/>
              <a:t>議論の内容を理解できたか</a:t>
            </a:r>
          </a:p>
          <a:p>
            <a:r>
              <a:rPr lang="en-JP" dirty="0"/>
              <a:t>他の参加者の意見をきちんと理解できたか</a:t>
            </a:r>
          </a:p>
          <a:p>
            <a:r>
              <a:rPr lang="en-JP" dirty="0"/>
              <a:t>全体を通して話しやすいと感じたか</a:t>
            </a:r>
          </a:p>
          <a:p>
            <a:r>
              <a:rPr lang="en-JP" dirty="0"/>
              <a:t>自分の意見を他の参加者に伝えることができたか</a:t>
            </a:r>
          </a:p>
          <a:p>
            <a:r>
              <a:rPr lang="en-JP" dirty="0"/>
              <a:t>ファシリテータからのコミュニケーション（システムメッセージ）が発言のきっかけになったか</a:t>
            </a:r>
          </a:p>
          <a:p>
            <a:r>
              <a:rPr lang="en-JP" dirty="0"/>
              <a:t>議論に参加しているという実感があったか</a:t>
            </a:r>
          </a:p>
          <a:p>
            <a:endParaRPr lang="en-JP" dirty="0"/>
          </a:p>
          <a:p>
            <a:r>
              <a:rPr lang="en-JP" dirty="0"/>
              <a:t>Did you understand the content of the discussion?</a:t>
            </a:r>
          </a:p>
          <a:p>
            <a:r>
              <a:rPr lang="en-JP" dirty="0"/>
              <a:t>Did you understand the opinions of other participants properly?</a:t>
            </a:r>
          </a:p>
          <a:p>
            <a:r>
              <a:rPr lang="en-JP" dirty="0"/>
              <a:t>Did you find it easy to talk to throughout?</a:t>
            </a:r>
          </a:p>
          <a:p>
            <a:r>
              <a:rPr lang="en-JP" dirty="0"/>
              <a:t>Was it possible to convey my opinion to other participants?</a:t>
            </a:r>
          </a:p>
          <a:p>
            <a:r>
              <a:rPr lang="en-JP" dirty="0"/>
              <a:t>Did the communication (system message) from the facilitator trigger the remark?</a:t>
            </a:r>
          </a:p>
          <a:p>
            <a:r>
              <a:rPr lang="en-JP" dirty="0"/>
              <a:t>Did you feel that you were participating in the discussion?</a:t>
            </a:r>
          </a:p>
          <a:p>
            <a:endParaRPr lang="en-JP" dirty="0"/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12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3429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latin typeface="+mn-ea"/>
              </a:rPr>
              <a:t>多言語コミュニケーションのための</a:t>
            </a:r>
            <a:br>
              <a:rPr lang="en-US" altLang="ja-JP" dirty="0">
                <a:latin typeface="+mn-ea"/>
              </a:rPr>
            </a:br>
            <a:r>
              <a:rPr lang="ja-JP" altLang="en-US">
                <a:latin typeface="+mn-ea"/>
              </a:rPr>
              <a:t>ファシリテータエージェント</a:t>
            </a:r>
            <a:r>
              <a:rPr lang="th-TH" altLang="ja-JP" dirty="0">
                <a:latin typeface="+mn-ea"/>
              </a:rPr>
              <a:t> </a:t>
            </a:r>
            <a:r>
              <a:rPr lang="en-US" altLang="ja-JP" dirty="0">
                <a:latin typeface="+mn-ea"/>
              </a:rPr>
              <a:t>(</a:t>
            </a:r>
            <a:r>
              <a:rPr lang="en-US" altLang="ja-JP" dirty="0" err="1">
                <a:latin typeface="+mn-ea"/>
              </a:rPr>
              <a:t>Yokote</a:t>
            </a:r>
            <a:r>
              <a:rPr lang="en-US" altLang="ja-JP" dirty="0">
                <a:latin typeface="+mn-ea"/>
              </a:rPr>
              <a:t>)</a:t>
            </a:r>
            <a:endParaRPr lang="en-JP" dirty="0"/>
          </a:p>
          <a:p>
            <a:endParaRPr lang="en-JP" dirty="0"/>
          </a:p>
          <a:p>
            <a:endParaRPr lang="en-JP" dirty="0"/>
          </a:p>
          <a:p>
            <a:r>
              <a:rPr lang="en-JP" dirty="0"/>
              <a:t>議論の内容を理解できたか</a:t>
            </a:r>
          </a:p>
          <a:p>
            <a:r>
              <a:rPr lang="en-JP" dirty="0"/>
              <a:t>他の参加者の意見をきちんと理解できたか</a:t>
            </a:r>
          </a:p>
          <a:p>
            <a:r>
              <a:rPr lang="en-JP" dirty="0"/>
              <a:t>全体を通して話しやすいと感じたか</a:t>
            </a:r>
          </a:p>
          <a:p>
            <a:r>
              <a:rPr lang="en-JP" dirty="0"/>
              <a:t>自分の意見を他の参加者に伝えることができたか</a:t>
            </a:r>
          </a:p>
          <a:p>
            <a:r>
              <a:rPr lang="en-JP" dirty="0"/>
              <a:t>ファシリテータからのコミュニケーション（システムメッセージ）が発言のきっかけになったか</a:t>
            </a:r>
          </a:p>
          <a:p>
            <a:r>
              <a:rPr lang="en-JP" dirty="0"/>
              <a:t>議論に参加しているという実感があったか</a:t>
            </a:r>
          </a:p>
          <a:p>
            <a:endParaRPr lang="en-JP" dirty="0"/>
          </a:p>
          <a:p>
            <a:r>
              <a:rPr lang="en-JP" dirty="0"/>
              <a:t>Did you understand the content of the discussion?</a:t>
            </a:r>
          </a:p>
          <a:p>
            <a:r>
              <a:rPr lang="en-JP" dirty="0"/>
              <a:t>Did you understand the opinions of other participants properly?</a:t>
            </a:r>
          </a:p>
          <a:p>
            <a:r>
              <a:rPr lang="en-JP" dirty="0"/>
              <a:t>Did you find it easy to talk to throughout?</a:t>
            </a:r>
          </a:p>
          <a:p>
            <a:r>
              <a:rPr lang="en-JP" dirty="0"/>
              <a:t>Was it possible to convey my opinion to other participants?</a:t>
            </a:r>
          </a:p>
          <a:p>
            <a:r>
              <a:rPr lang="en-JP" dirty="0"/>
              <a:t>Did the communication (system message) from the facilitator trigger the remark?</a:t>
            </a:r>
          </a:p>
          <a:p>
            <a:r>
              <a:rPr lang="en-JP" dirty="0"/>
              <a:t>Did you feel that you were participating in the discussion?</a:t>
            </a:r>
          </a:p>
          <a:p>
            <a:endParaRPr lang="en-JP" dirty="0"/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13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6251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/>
              <a:t>マスク言語モデルに基づく</a:t>
            </a:r>
            <a:br>
              <a:rPr lang="en-US" altLang="ja-JP" dirty="0"/>
            </a:br>
            <a:r>
              <a:rPr lang="ja-JP" altLang="en-US"/>
              <a:t>物体の印象の文化差検出</a:t>
            </a:r>
            <a:r>
              <a:rPr lang="th-TH" altLang="ja-JP" dirty="0"/>
              <a:t> </a:t>
            </a:r>
            <a:r>
              <a:rPr lang="en-US" altLang="ja-JP" dirty="0"/>
              <a:t>- Miwa</a:t>
            </a:r>
            <a:endParaRPr lang="en-JP" dirty="0"/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14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57302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/>
              <a:t>マスク言語モデルに基づく</a:t>
            </a:r>
            <a:br>
              <a:rPr lang="en-US" altLang="ja-JP" dirty="0"/>
            </a:br>
            <a:r>
              <a:rPr lang="ja-JP" altLang="en-US"/>
              <a:t>物体の印象の文化差検出</a:t>
            </a:r>
            <a:r>
              <a:rPr lang="th-TH" altLang="ja-JP" dirty="0"/>
              <a:t> </a:t>
            </a:r>
            <a:r>
              <a:rPr lang="en-US" altLang="ja-JP" dirty="0"/>
              <a:t>- Miwa</a:t>
            </a:r>
            <a:endParaRPr lang="en-JP" dirty="0"/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15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80707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Pivot-Based Bilingual Dictionary Creation</a:t>
            </a:r>
            <a:endParaRPr kumimoji="1" lang="ja-JP" altLang="en-US" sz="12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16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001266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 fig to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Tei's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page 6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Edit that fig by 1) Add Text Data,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 Add MT model for 2 and 4 ,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3) Chang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eorder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to 1,2,3, 4)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and hid 1 change to 5</a:t>
            </a:r>
          </a:p>
          <a:p>
            <a:r>
              <a:rPr lang="en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➄ ➅ ➆ ➇ ➈ ➉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① ② ③ ④ ⑤ ⑥ ⑦ ⑧ ⑨ ⑩ ⑪ ⑫ ⑬ ⑭ ⑮ ⑯ ⑰ ⑱ ⑲ ⑳</a:t>
            </a:r>
          </a:p>
          <a:p>
            <a:br>
              <a:rPr lang="en-JP" dirty="0"/>
            </a:b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19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56377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Decentralized Neural Machine Translation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2, 6, 10 -&gt; 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 7, 11 -&gt; 2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4, 8, 12 -&gt; 3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5, 9 -&gt; 4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2:53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促進分析→ファシリテーション分析</a:t>
            </a:r>
          </a:p>
          <a:p>
            <a:r>
              <a:rPr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2:53</a:t>
            </a:r>
            <a:endParaRPr lang="ja-JP" alt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異文化協力→異文化コラボレーション</a:t>
            </a:r>
          </a:p>
          <a:p>
            <a:r>
              <a:rPr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2:53</a:t>
            </a:r>
            <a:endParaRPr lang="ja-JP" alt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多言語コラボレーション→異文化コラボレーション</a:t>
            </a:r>
          </a:p>
          <a:p>
            <a:r>
              <a:rPr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2:55</a:t>
            </a:r>
            <a:endParaRPr lang="ja-JP" alt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文化固有概念の対訳生成は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20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401909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/>
              <a:t>心理的リアクタンスに関する考察</a:t>
            </a:r>
            <a:endParaRPr kumimoji="1" lang="ja-JP" altLang="en-US" sz="24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22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33423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/>
              <a:t>心理的リアクタンスに関する考察</a:t>
            </a:r>
            <a:endParaRPr kumimoji="1" lang="ja-JP" altLang="en-US" sz="24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23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275995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/>
              <a:t>心理的リアクタンスに関する考察</a:t>
            </a:r>
            <a:endParaRPr kumimoji="1" lang="ja-JP" altLang="en-US" sz="24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7BCBD-60B3-A64B-BA0A-37CC77E37F3B}" type="slidenum">
              <a:rPr lang="en-JP" smtClean="0"/>
              <a:t>24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68421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4004-CAB5-2E47-8679-D649BA7BC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3F6AC-C6BB-0349-BDDB-A63A0EBB8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C55C4-D3C1-3644-9B63-8211B760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43CE-7700-3843-B3DF-D13A3B2600B3}" type="datetimeFigureOut">
              <a:rPr lang="en-JP" smtClean="0"/>
              <a:t>2022/03/15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AEB37-6D9F-8247-B872-D050BD681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EA184-5833-2C47-B4BE-869821E84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09C0-A8B2-E045-B933-37D38FA42C5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968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97E4A-DD55-BF41-B195-BA185C327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85F9C-675E-2847-A979-1F69A8E6E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2CBC4-E2E4-644F-80FF-17633086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43CE-7700-3843-B3DF-D13A3B2600B3}" type="datetimeFigureOut">
              <a:rPr lang="en-JP" smtClean="0"/>
              <a:t>2022/03/15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90721-70DD-CA41-8022-88620B5C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99776-99DA-ED42-927B-6A9B21D3D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09C0-A8B2-E045-B933-37D38FA42C5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63445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1DE6-D44C-614A-8D0C-496F066D1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9324C-88A1-AD4C-A6E4-668C64BE6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347CB-C2D9-F447-92A7-393D46836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43CE-7700-3843-B3DF-D13A3B2600B3}" type="datetimeFigureOut">
              <a:rPr lang="en-JP" smtClean="0"/>
              <a:t>2022/03/15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557FF-BDAA-F641-B16E-EECF796A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9F080-6476-5F40-BD46-BFEAD0F2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09C0-A8B2-E045-B933-37D38FA42C5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49329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455B4-BB0E-524D-8D2B-C324E83C2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83BE3-4AB6-DB49-9296-A16192DD4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350F1-0DA7-5045-A3FF-C7BF24BDC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5F027-5D27-3340-B31A-A19DFBD3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43CE-7700-3843-B3DF-D13A3B2600B3}" type="datetimeFigureOut">
              <a:rPr lang="en-JP" smtClean="0"/>
              <a:t>2022/03/15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DBC7B-749A-4B42-8DD9-A00A4F57A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4F110-F95B-164E-BA2A-15526C047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09C0-A8B2-E045-B933-37D38FA42C5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42938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23CF9-7D88-E548-ABAE-58167040E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67C20-EF7C-AC42-A6A3-403F06E62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6C37F-F188-804F-800D-D1579C22A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F1D3B9-46A8-B142-BFA1-FE4F483B1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5CA5A-5DEB-F24C-B437-AED355BDBD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E843B1-FEAE-9348-92C5-78919A45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43CE-7700-3843-B3DF-D13A3B2600B3}" type="datetimeFigureOut">
              <a:rPr lang="en-JP" smtClean="0"/>
              <a:t>2022/03/15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2A7A71-4AE5-D140-9A2A-3848DFAFA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8DB36E-92BB-CC46-9A30-1D36BEE42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09C0-A8B2-E045-B933-37D38FA42C5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72196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0D675-69FB-604D-ACCB-ACE0866FF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FA4BB1-BF3C-B042-AF50-C3883253E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43CE-7700-3843-B3DF-D13A3B2600B3}" type="datetimeFigureOut">
              <a:rPr lang="en-JP" smtClean="0"/>
              <a:t>2022/03/15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FF5A3-8021-ED41-A91B-FFB61E114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55C98-DB00-194F-871B-39FAD5B1D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09C0-A8B2-E045-B933-37D38FA42C5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58218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3C0F98-DBDC-7740-914D-D2E2E95B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43CE-7700-3843-B3DF-D13A3B2600B3}" type="datetimeFigureOut">
              <a:rPr lang="en-JP" smtClean="0"/>
              <a:t>2022/03/15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01807-C01E-2A4A-BE8C-2F8479658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1D7B4-5DC7-B444-8B48-AEED3EA2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09C0-A8B2-E045-B933-37D38FA42C5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1108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3FC1-6617-DE47-8865-C3400AAFC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61899-4429-0F4A-8B80-C6CB2E617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410D3-3648-8F44-B62A-CF694594D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41D47-8AA2-9B4B-8734-A3DE6199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43CE-7700-3843-B3DF-D13A3B2600B3}" type="datetimeFigureOut">
              <a:rPr lang="en-JP" smtClean="0"/>
              <a:t>2022/03/15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A7CE4-CB68-8D4C-9338-9CEEA12E3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CDDB8-7537-EB40-BC6E-45CDA3D1A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09C0-A8B2-E045-B933-37D38FA42C5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73110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CC287-B278-E940-8808-BA9E63C73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4B87B4-E467-D147-9EEE-E546BE922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19656-1AA6-4747-A830-9286DE9AB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C4630-7BF0-8A40-AC58-41E04B244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43CE-7700-3843-B3DF-D13A3B2600B3}" type="datetimeFigureOut">
              <a:rPr lang="en-JP" smtClean="0"/>
              <a:t>2022/03/15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2E29C-0F5A-C846-B089-5A4787273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A6971-FFB3-4F48-B69C-B2783F673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09C0-A8B2-E045-B933-37D38FA42C5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37190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2823-3654-634D-A231-41B1D8ACD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8B5E4-3FED-A146-BDA3-3DE5918F9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3AD1D-1D07-6D49-83D3-1068F6081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43CE-7700-3843-B3DF-D13A3B2600B3}" type="datetimeFigureOut">
              <a:rPr lang="en-JP" smtClean="0"/>
              <a:t>2022/03/15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7A581-3099-5A49-B42E-85F4CC94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70F1F-0549-864C-800B-D4BC1968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09C0-A8B2-E045-B933-37D38FA42C5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0913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0FC33-7304-964F-ABF2-B7E5132CB5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EFD9A-1960-E746-B2C0-582C77518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6A591-F155-084C-8B50-8A6A5D393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43CE-7700-3843-B3DF-D13A3B2600B3}" type="datetimeFigureOut">
              <a:rPr lang="en-JP" smtClean="0"/>
              <a:t>2022/03/15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A79EF-762F-A045-BD14-76B6FE5D2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FC2AB-46E4-9447-A1CC-1AE763ACB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09C0-A8B2-E045-B933-37D38FA42C5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47058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FA1F9-B01C-7145-8941-577C10D19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A7452-6657-2243-B400-F945CA9E6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47CE6-99B1-774A-B8B6-C3D90C8A3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E43CE-7700-3843-B3DF-D13A3B2600B3}" type="datetimeFigureOut">
              <a:rPr lang="en-JP" smtClean="0"/>
              <a:t>2022/03/15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68ABB-EB77-444C-81B5-352870D6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BA290-4613-5743-A57F-17D6C8F32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209C0-A8B2-E045-B933-37D38FA42C5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1013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sv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svg"/><Relationship Id="rId41" Type="http://schemas.openxmlformats.org/officeDocument/2006/relationships/image" Target="../media/image3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svg"/><Relationship Id="rId40" Type="http://schemas.openxmlformats.org/officeDocument/2006/relationships/image" Target="../media/image38.png"/><Relationship Id="rId5" Type="http://schemas.openxmlformats.org/officeDocument/2006/relationships/image" Target="../media/image3.jp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" Type="http://schemas.openxmlformats.org/officeDocument/2006/relationships/image" Target="../media/image2.jp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svg"/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38" Type="http://schemas.openxmlformats.org/officeDocument/2006/relationships/image" Target="../media/image36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2" Type="http://schemas.openxmlformats.org/officeDocument/2006/relationships/image" Target="../media/image1.jp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8" Type="http://schemas.openxmlformats.org/officeDocument/2006/relationships/image" Target="../media/image7.svg"/><Relationship Id="rId3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2" Type="http://schemas.openxmlformats.org/officeDocument/2006/relationships/image" Target="../media/image40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8" Type="http://schemas.openxmlformats.org/officeDocument/2006/relationships/image" Target="../media/image7.svg"/><Relationship Id="rId3" Type="http://schemas.openxmlformats.org/officeDocument/2006/relationships/image" Target="../media/image41.jpe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2" Type="http://schemas.openxmlformats.org/officeDocument/2006/relationships/image" Target="../media/image40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8" Type="http://schemas.openxmlformats.org/officeDocument/2006/relationships/image" Target="../media/image7.svg"/><Relationship Id="rId3" Type="http://schemas.openxmlformats.org/officeDocument/2006/relationships/image" Target="../media/image41.jpe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2" Type="http://schemas.openxmlformats.org/officeDocument/2006/relationships/image" Target="../media/image40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8" Type="http://schemas.openxmlformats.org/officeDocument/2006/relationships/image" Target="../media/image7.svg"/><Relationship Id="rId3" Type="http://schemas.openxmlformats.org/officeDocument/2006/relationships/image" Target="../media/image41.jpe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2" Type="http://schemas.openxmlformats.org/officeDocument/2006/relationships/image" Target="../media/image40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8" Type="http://schemas.openxmlformats.org/officeDocument/2006/relationships/image" Target="../media/image7.svg"/><Relationship Id="rId3" Type="http://schemas.openxmlformats.org/officeDocument/2006/relationships/image" Target="../media/image41.jpe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sv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svg"/><Relationship Id="rId41" Type="http://schemas.openxmlformats.org/officeDocument/2006/relationships/image" Target="../media/image3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5.sv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svg"/><Relationship Id="rId40" Type="http://schemas.openxmlformats.org/officeDocument/2006/relationships/image" Target="../media/image38.png"/><Relationship Id="rId5" Type="http://schemas.openxmlformats.org/officeDocument/2006/relationships/image" Target="../media/image3.jp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44.png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" Type="http://schemas.openxmlformats.org/officeDocument/2006/relationships/image" Target="../media/image2.jp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svg"/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38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svg"/><Relationship Id="rId5" Type="http://schemas.openxmlformats.org/officeDocument/2006/relationships/image" Target="../media/image48.sv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svg"/><Relationship Id="rId11" Type="http://schemas.openxmlformats.org/officeDocument/2006/relationships/image" Target="../media/image46.pn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svg"/><Relationship Id="rId18" Type="http://schemas.openxmlformats.org/officeDocument/2006/relationships/image" Target="../media/image81.png"/><Relationship Id="rId3" Type="http://schemas.openxmlformats.org/officeDocument/2006/relationships/image" Target="../media/image66.svg"/><Relationship Id="rId21" Type="http://schemas.openxmlformats.org/officeDocument/2006/relationships/image" Target="../media/image84.svg"/><Relationship Id="rId7" Type="http://schemas.openxmlformats.org/officeDocument/2006/relationships/image" Target="../media/image70.svg"/><Relationship Id="rId12" Type="http://schemas.openxmlformats.org/officeDocument/2006/relationships/image" Target="../media/image75.png"/><Relationship Id="rId17" Type="http://schemas.openxmlformats.org/officeDocument/2006/relationships/image" Target="../media/image80.sv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74.svg"/><Relationship Id="rId5" Type="http://schemas.openxmlformats.org/officeDocument/2006/relationships/image" Target="../media/image68.svg"/><Relationship Id="rId15" Type="http://schemas.openxmlformats.org/officeDocument/2006/relationships/image" Target="../media/image78.svg"/><Relationship Id="rId10" Type="http://schemas.openxmlformats.org/officeDocument/2006/relationships/image" Target="../media/image73.png"/><Relationship Id="rId19" Type="http://schemas.openxmlformats.org/officeDocument/2006/relationships/image" Target="../media/image82.svg"/><Relationship Id="rId4" Type="http://schemas.openxmlformats.org/officeDocument/2006/relationships/image" Target="../media/image67.png"/><Relationship Id="rId9" Type="http://schemas.openxmlformats.org/officeDocument/2006/relationships/image" Target="../media/image72.svg"/><Relationship Id="rId1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svg"/><Relationship Id="rId13" Type="http://schemas.openxmlformats.org/officeDocument/2006/relationships/image" Target="../media/image96.png"/><Relationship Id="rId18" Type="http://schemas.openxmlformats.org/officeDocument/2006/relationships/image" Target="../media/image101.sv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sv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99.svg"/><Relationship Id="rId20" Type="http://schemas.openxmlformats.org/officeDocument/2006/relationships/image" Target="../media/image10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sv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13" Type="http://schemas.openxmlformats.org/officeDocument/2006/relationships/image" Target="../media/image98.png"/><Relationship Id="rId18" Type="http://schemas.openxmlformats.org/officeDocument/2006/relationships/image" Target="../media/image103.svg"/><Relationship Id="rId3" Type="http://schemas.openxmlformats.org/officeDocument/2006/relationships/image" Target="../media/image86.png"/><Relationship Id="rId21" Type="http://schemas.openxmlformats.org/officeDocument/2006/relationships/image" Target="../media/image106.png"/><Relationship Id="rId7" Type="http://schemas.openxmlformats.org/officeDocument/2006/relationships/image" Target="../media/image92.png"/><Relationship Id="rId12" Type="http://schemas.openxmlformats.org/officeDocument/2006/relationships/image" Target="../media/image97.sv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01.svg"/><Relationship Id="rId20" Type="http://schemas.openxmlformats.org/officeDocument/2006/relationships/image" Target="../media/image10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6.png"/><Relationship Id="rId24" Type="http://schemas.openxmlformats.org/officeDocument/2006/relationships/image" Target="../media/image109.svg"/><Relationship Id="rId5" Type="http://schemas.openxmlformats.org/officeDocument/2006/relationships/image" Target="../media/image88.png"/><Relationship Id="rId15" Type="http://schemas.openxmlformats.org/officeDocument/2006/relationships/image" Target="../media/image100.png"/><Relationship Id="rId23" Type="http://schemas.openxmlformats.org/officeDocument/2006/relationships/image" Target="../media/image108.png"/><Relationship Id="rId10" Type="http://schemas.openxmlformats.org/officeDocument/2006/relationships/image" Target="../media/image95.svg"/><Relationship Id="rId19" Type="http://schemas.openxmlformats.org/officeDocument/2006/relationships/image" Target="../media/image104.png"/><Relationship Id="rId4" Type="http://schemas.openxmlformats.org/officeDocument/2006/relationships/image" Target="../media/image87.png"/><Relationship Id="rId9" Type="http://schemas.openxmlformats.org/officeDocument/2006/relationships/image" Target="../media/image94.png"/><Relationship Id="rId14" Type="http://schemas.openxmlformats.org/officeDocument/2006/relationships/image" Target="../media/image99.svg"/><Relationship Id="rId22" Type="http://schemas.openxmlformats.org/officeDocument/2006/relationships/image" Target="../media/image107.sv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microsoft.com/office/2007/relationships/hdphoto" Target="../media/hdphoto2.wdp"/><Relationship Id="rId7" Type="http://schemas.microsoft.com/office/2007/relationships/hdphoto" Target="../media/hdphoto3.wdp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11" Type="http://schemas.microsoft.com/office/2007/relationships/hdphoto" Target="../media/hdphoto6.wdp"/><Relationship Id="rId5" Type="http://schemas.openxmlformats.org/officeDocument/2006/relationships/image" Target="../media/image112.png"/><Relationship Id="rId10" Type="http://schemas.microsoft.com/office/2007/relationships/hdphoto" Target="../media/hdphoto5.wdp"/><Relationship Id="rId4" Type="http://schemas.openxmlformats.org/officeDocument/2006/relationships/image" Target="../media/image111.png"/><Relationship Id="rId9" Type="http://schemas.openxmlformats.org/officeDocument/2006/relationships/image" Target="../media/image11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sv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svg"/><Relationship Id="rId5" Type="http://schemas.openxmlformats.org/officeDocument/2006/relationships/image" Target="../media/image117.png"/><Relationship Id="rId4" Type="http://schemas.openxmlformats.org/officeDocument/2006/relationships/image" Target="../media/image116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sv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svg"/><Relationship Id="rId5" Type="http://schemas.openxmlformats.org/officeDocument/2006/relationships/image" Target="../media/image117.png"/><Relationship Id="rId4" Type="http://schemas.openxmlformats.org/officeDocument/2006/relationships/image" Target="../media/image116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sv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svg"/><Relationship Id="rId5" Type="http://schemas.openxmlformats.org/officeDocument/2006/relationships/image" Target="../media/image117.png"/><Relationship Id="rId4" Type="http://schemas.openxmlformats.org/officeDocument/2006/relationships/image" Target="../media/image116.sv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looking at a map&#10;&#10;Description automatically generated with medium confidence">
            <a:extLst>
              <a:ext uri="{FF2B5EF4-FFF2-40B4-BE49-F238E27FC236}">
                <a16:creationId xmlns:a16="http://schemas.microsoft.com/office/drawing/2014/main" id="{DB324578-3265-CD44-A363-1B40E4D14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022" y="488976"/>
            <a:ext cx="5329961" cy="29286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4" name="Picture 173" descr="Two people looking at a white board with colorful sticky notes&#10;&#10;Description automatically generated with low confidence">
            <a:extLst>
              <a:ext uri="{FF2B5EF4-FFF2-40B4-BE49-F238E27FC236}">
                <a16:creationId xmlns:a16="http://schemas.microsoft.com/office/drawing/2014/main" id="{B6DAB8D6-8A1A-4E48-9DBB-715CB1082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07" y="478333"/>
            <a:ext cx="4328209" cy="28825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2" name="図 23" descr="ノートパソコンで作業をしている人たち&#10;&#10;自動的に生成された説明">
            <a:extLst>
              <a:ext uri="{FF2B5EF4-FFF2-40B4-BE49-F238E27FC236}">
                <a16:creationId xmlns:a16="http://schemas.microsoft.com/office/drawing/2014/main" id="{1EB36A0E-BF9A-DA4F-B176-7E795C7F4BE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950" r="6381"/>
          <a:stretch/>
        </p:blipFill>
        <p:spPr>
          <a:xfrm>
            <a:off x="8039976" y="463572"/>
            <a:ext cx="3718558" cy="29400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E977DC-5E01-2946-9154-A636A9E38D02}"/>
              </a:ext>
            </a:extLst>
          </p:cNvPr>
          <p:cNvSpPr txBox="1"/>
          <p:nvPr/>
        </p:nvSpPr>
        <p:spPr>
          <a:xfrm>
            <a:off x="3141905" y="1250960"/>
            <a:ext cx="85735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4400" b="1" dirty="0">
                <a:ln w="635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solidFill>
                  <a:schemeClr val="bg1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Intercultural Collaboration</a:t>
            </a:r>
          </a:p>
        </p:txBody>
      </p:sp>
      <p:pic>
        <p:nvPicPr>
          <p:cNvPr id="11" name="Graphic 10" descr="Cloud with solid fill">
            <a:extLst>
              <a:ext uri="{FF2B5EF4-FFF2-40B4-BE49-F238E27FC236}">
                <a16:creationId xmlns:a16="http://schemas.microsoft.com/office/drawing/2014/main" id="{2874F30F-120A-9645-9700-872BFA1445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162" y="1250960"/>
            <a:ext cx="4689261" cy="36818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FA0BE3-015E-DD40-BE9F-EFF1C0E0177A}"/>
              </a:ext>
            </a:extLst>
          </p:cNvPr>
          <p:cNvSpPr txBox="1"/>
          <p:nvPr/>
        </p:nvSpPr>
        <p:spPr>
          <a:xfrm>
            <a:off x="4972134" y="2652700"/>
            <a:ext cx="2247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3600" dirty="0">
                <a:solidFill>
                  <a:schemeClr val="accent1">
                    <a:lumMod val="75000"/>
                  </a:schemeClr>
                </a:solidFill>
              </a:rPr>
              <a:t>Service </a:t>
            </a:r>
          </a:p>
          <a:p>
            <a:pPr algn="ctr"/>
            <a:r>
              <a:rPr lang="en-JP" sz="3600" dirty="0">
                <a:solidFill>
                  <a:schemeClr val="accent1">
                    <a:lumMod val="75000"/>
                  </a:schemeClr>
                </a:solidFill>
              </a:rPr>
              <a:t>Computing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FC529D2B-CD28-7140-B28C-901C76D25750}"/>
              </a:ext>
            </a:extLst>
          </p:cNvPr>
          <p:cNvCxnSpPr>
            <a:cxnSpLocks/>
            <a:endCxn id="17" idx="4"/>
          </p:cNvCxnSpPr>
          <p:nvPr/>
        </p:nvCxnSpPr>
        <p:spPr>
          <a:xfrm flipV="1">
            <a:off x="8169639" y="2020401"/>
            <a:ext cx="3455364" cy="1408599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7413428-95C1-994C-A722-A69388A8D26F}"/>
              </a:ext>
            </a:extLst>
          </p:cNvPr>
          <p:cNvSpPr/>
          <p:nvPr/>
        </p:nvSpPr>
        <p:spPr>
          <a:xfrm>
            <a:off x="11527567" y="1825529"/>
            <a:ext cx="194872" cy="1948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8D2F79BB-D7F1-7C4F-8A56-6B697B384682}"/>
              </a:ext>
            </a:extLst>
          </p:cNvPr>
          <p:cNvCxnSpPr>
            <a:cxnSpLocks/>
            <a:endCxn id="20" idx="4"/>
          </p:cNvCxnSpPr>
          <p:nvPr/>
        </p:nvCxnSpPr>
        <p:spPr>
          <a:xfrm flipV="1">
            <a:off x="8125834" y="2950153"/>
            <a:ext cx="2395403" cy="361235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D908630-EFF3-1040-A6E8-F3B3625F9AEE}"/>
              </a:ext>
            </a:extLst>
          </p:cNvPr>
          <p:cNvSpPr/>
          <p:nvPr/>
        </p:nvSpPr>
        <p:spPr>
          <a:xfrm>
            <a:off x="10423801" y="2755281"/>
            <a:ext cx="194872" cy="1948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1CDAAE3E-4941-554B-99CA-DC3C957913E4}"/>
              </a:ext>
            </a:extLst>
          </p:cNvPr>
          <p:cNvCxnSpPr>
            <a:cxnSpLocks/>
            <a:endCxn id="23" idx="4"/>
          </p:cNvCxnSpPr>
          <p:nvPr/>
        </p:nvCxnSpPr>
        <p:spPr>
          <a:xfrm rot="10800000" flipV="1">
            <a:off x="664433" y="3363083"/>
            <a:ext cx="3455364" cy="1408599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13249DF-4779-9244-9766-991B9054886E}"/>
              </a:ext>
            </a:extLst>
          </p:cNvPr>
          <p:cNvSpPr/>
          <p:nvPr/>
        </p:nvSpPr>
        <p:spPr>
          <a:xfrm rot="10800000">
            <a:off x="566997" y="4771682"/>
            <a:ext cx="194872" cy="1948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563B826B-F6EB-EE4C-91D8-C24A23996E28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85785" y="3477163"/>
            <a:ext cx="2180381" cy="355752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800C3D02-33CE-1F43-AB7D-63D0346052C7}"/>
              </a:ext>
            </a:extLst>
          </p:cNvPr>
          <p:cNvCxnSpPr>
            <a:cxnSpLocks/>
          </p:cNvCxnSpPr>
          <p:nvPr/>
        </p:nvCxnSpPr>
        <p:spPr>
          <a:xfrm rot="10800000">
            <a:off x="1142425" y="2911270"/>
            <a:ext cx="2977372" cy="361235"/>
          </a:xfrm>
          <a:prstGeom prst="bentConnector3">
            <a:avLst>
              <a:gd name="adj1" fmla="val 9984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D96189F8-36B0-A544-8918-50D8DE31FDB4}"/>
              </a:ext>
            </a:extLst>
          </p:cNvPr>
          <p:cNvSpPr/>
          <p:nvPr/>
        </p:nvSpPr>
        <p:spPr>
          <a:xfrm>
            <a:off x="1051989" y="2892542"/>
            <a:ext cx="194872" cy="1948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34" name="Graphic 33" descr="Robot outline">
            <a:extLst>
              <a:ext uri="{FF2B5EF4-FFF2-40B4-BE49-F238E27FC236}">
                <a16:creationId xmlns:a16="http://schemas.microsoft.com/office/drawing/2014/main" id="{46155F2A-E434-FD46-9F07-57E835A7D3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46960" y="4094939"/>
            <a:ext cx="2824475" cy="2824475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27B9DBF2-EB07-8942-BF59-46F1E6AB91BC}"/>
              </a:ext>
            </a:extLst>
          </p:cNvPr>
          <p:cNvGrpSpPr/>
          <p:nvPr/>
        </p:nvGrpSpPr>
        <p:grpSpPr>
          <a:xfrm>
            <a:off x="5283525" y="5351490"/>
            <a:ext cx="1867936" cy="1364104"/>
            <a:chOff x="8827419" y="3911056"/>
            <a:chExt cx="1443983" cy="1383493"/>
          </a:xfrm>
        </p:grpSpPr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5D0F5595-E6D0-734F-A821-39A57D355017}"/>
                </a:ext>
              </a:extLst>
            </p:cNvPr>
            <p:cNvSpPr/>
            <p:nvPr/>
          </p:nvSpPr>
          <p:spPr>
            <a:xfrm rot="5400000">
              <a:off x="8499423" y="4242216"/>
              <a:ext cx="1380329" cy="724338"/>
            </a:xfrm>
            <a:prstGeom prst="parallelogram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2E54F17C-1485-284B-9B5B-B651638032D8}"/>
                </a:ext>
              </a:extLst>
            </p:cNvPr>
            <p:cNvSpPr/>
            <p:nvPr/>
          </p:nvSpPr>
          <p:spPr>
            <a:xfrm rot="5400000" flipV="1">
              <a:off x="9221415" y="4241399"/>
              <a:ext cx="1380329" cy="719644"/>
            </a:xfrm>
            <a:prstGeom prst="parallelogram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47E8BDC-A2BD-3240-9BCC-D6F30E501CE2}"/>
              </a:ext>
            </a:extLst>
          </p:cNvPr>
          <p:cNvSpPr txBox="1"/>
          <p:nvPr/>
        </p:nvSpPr>
        <p:spPr>
          <a:xfrm rot="21324645">
            <a:off x="6336489" y="5547851"/>
            <a:ext cx="9568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4400" b="1" dirty="0">
                <a:solidFill>
                  <a:schemeClr val="accent1">
                    <a:lumMod val="75000"/>
                  </a:schemeClr>
                </a:solidFill>
              </a:rPr>
              <a:t>AI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E9F01A-A4CF-5646-96D1-5C75A42875E5}"/>
              </a:ext>
            </a:extLst>
          </p:cNvPr>
          <p:cNvSpPr txBox="1"/>
          <p:nvPr/>
        </p:nvSpPr>
        <p:spPr>
          <a:xfrm rot="467502">
            <a:off x="5436390" y="6022107"/>
            <a:ext cx="939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800" dirty="0">
                <a:solidFill>
                  <a:schemeClr val="accent1">
                    <a:lumMod val="75000"/>
                  </a:schemeClr>
                </a:solidFill>
              </a:rPr>
              <a:t>NLP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690C69-F28E-CD4E-89F9-8F96701C4BF2}"/>
              </a:ext>
            </a:extLst>
          </p:cNvPr>
          <p:cNvSpPr txBox="1"/>
          <p:nvPr/>
        </p:nvSpPr>
        <p:spPr>
          <a:xfrm rot="392287">
            <a:off x="5358389" y="5539678"/>
            <a:ext cx="939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800" dirty="0">
                <a:solidFill>
                  <a:schemeClr val="accent1">
                    <a:lumMod val="75000"/>
                  </a:schemeClr>
                </a:solidFill>
              </a:rPr>
              <a:t>ML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F34846EB-0D8E-B449-9B34-7D87D6BA723C}"/>
              </a:ext>
            </a:extLst>
          </p:cNvPr>
          <p:cNvCxnSpPr>
            <a:cxnSpLocks/>
          </p:cNvCxnSpPr>
          <p:nvPr/>
        </p:nvCxnSpPr>
        <p:spPr>
          <a:xfrm rot="5400000">
            <a:off x="5735238" y="4316876"/>
            <a:ext cx="618849" cy="1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phic 52" descr="Wi-Fi outline">
            <a:extLst>
              <a:ext uri="{FF2B5EF4-FFF2-40B4-BE49-F238E27FC236}">
                <a16:creationId xmlns:a16="http://schemas.microsoft.com/office/drawing/2014/main" id="{656558A2-A138-2146-A4DE-6170BFA692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14112" y="4264158"/>
            <a:ext cx="914400" cy="9144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F047A7A-DDA9-BC4E-B20F-A5948AB992AE}"/>
              </a:ext>
            </a:extLst>
          </p:cNvPr>
          <p:cNvSpPr txBox="1"/>
          <p:nvPr/>
        </p:nvSpPr>
        <p:spPr>
          <a:xfrm>
            <a:off x="1890555" y="4781108"/>
            <a:ext cx="1251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4400" b="1" dirty="0">
                <a:solidFill>
                  <a:schemeClr val="accent1">
                    <a:lumMod val="75000"/>
                  </a:schemeClr>
                </a:solidFill>
              </a:rPr>
              <a:t>IOT</a:t>
            </a:r>
          </a:p>
        </p:txBody>
      </p:sp>
      <p:pic>
        <p:nvPicPr>
          <p:cNvPr id="60" name="Graphic 59" descr="Work from home Wi-Fi with solid fill">
            <a:extLst>
              <a:ext uri="{FF2B5EF4-FFF2-40B4-BE49-F238E27FC236}">
                <a16:creationId xmlns:a16="http://schemas.microsoft.com/office/drawing/2014/main" id="{0571F5E0-99E8-914F-B8A2-15E310527AE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56697" y="3761670"/>
            <a:ext cx="457200" cy="457200"/>
          </a:xfrm>
          <a:prstGeom prst="rect">
            <a:avLst/>
          </a:prstGeom>
        </p:spPr>
      </p:pic>
      <p:pic>
        <p:nvPicPr>
          <p:cNvPr id="62" name="Graphic 61" descr="Thermometer with solid fill">
            <a:extLst>
              <a:ext uri="{FF2B5EF4-FFF2-40B4-BE49-F238E27FC236}">
                <a16:creationId xmlns:a16="http://schemas.microsoft.com/office/drawing/2014/main" id="{778B4E68-03EF-6E4D-87AF-F685F631A2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26649" y="4399453"/>
            <a:ext cx="450173" cy="450173"/>
          </a:xfrm>
          <a:prstGeom prst="rect">
            <a:avLst/>
          </a:prstGeom>
        </p:spPr>
      </p:pic>
      <p:pic>
        <p:nvPicPr>
          <p:cNvPr id="64" name="Graphic 63" descr="Lights On with solid fill">
            <a:extLst>
              <a:ext uri="{FF2B5EF4-FFF2-40B4-BE49-F238E27FC236}">
                <a16:creationId xmlns:a16="http://schemas.microsoft.com/office/drawing/2014/main" id="{E63BD083-F3B4-3B4A-8191-5DC577008CF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23914" y="3902845"/>
            <a:ext cx="510508" cy="510508"/>
          </a:xfrm>
          <a:prstGeom prst="rect">
            <a:avLst/>
          </a:prstGeom>
        </p:spPr>
      </p:pic>
      <p:pic>
        <p:nvPicPr>
          <p:cNvPr id="66" name="Graphic 65" descr="Security camera with solid fill">
            <a:extLst>
              <a:ext uri="{FF2B5EF4-FFF2-40B4-BE49-F238E27FC236}">
                <a16:creationId xmlns:a16="http://schemas.microsoft.com/office/drawing/2014/main" id="{18DF6839-244F-F342-8224-857F002A22E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235180" y="4553315"/>
            <a:ext cx="531886" cy="531886"/>
          </a:xfrm>
          <a:prstGeom prst="rect">
            <a:avLst/>
          </a:prstGeom>
        </p:spPr>
      </p:pic>
      <p:pic>
        <p:nvPicPr>
          <p:cNvPr id="68" name="Graphic 67" descr="Chat with solid fill">
            <a:extLst>
              <a:ext uri="{FF2B5EF4-FFF2-40B4-BE49-F238E27FC236}">
                <a16:creationId xmlns:a16="http://schemas.microsoft.com/office/drawing/2014/main" id="{79685691-7DA0-6F48-BAA0-6FC5932FC17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7552" y="5091386"/>
            <a:ext cx="665170" cy="665170"/>
          </a:xfrm>
          <a:prstGeom prst="rect">
            <a:avLst/>
          </a:prstGeom>
        </p:spPr>
      </p:pic>
      <p:pic>
        <p:nvPicPr>
          <p:cNvPr id="70" name="Graphic 69" descr="Envelope with solid fill">
            <a:extLst>
              <a:ext uri="{FF2B5EF4-FFF2-40B4-BE49-F238E27FC236}">
                <a16:creationId xmlns:a16="http://schemas.microsoft.com/office/drawing/2014/main" id="{AB762C87-6601-4A47-9EE3-AE615035E98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6680" y="5441171"/>
            <a:ext cx="519658" cy="519658"/>
          </a:xfrm>
          <a:prstGeom prst="rect">
            <a:avLst/>
          </a:prstGeom>
        </p:spPr>
      </p:pic>
      <p:pic>
        <p:nvPicPr>
          <p:cNvPr id="72" name="Graphic 71" descr="Car with solid fill">
            <a:extLst>
              <a:ext uri="{FF2B5EF4-FFF2-40B4-BE49-F238E27FC236}">
                <a16:creationId xmlns:a16="http://schemas.microsoft.com/office/drawing/2014/main" id="{10E20417-F80C-7E41-A877-255BC993106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04174" y="5712661"/>
            <a:ext cx="746128" cy="746128"/>
          </a:xfrm>
          <a:prstGeom prst="rect">
            <a:avLst/>
          </a:prstGeom>
        </p:spPr>
      </p:pic>
      <p:pic>
        <p:nvPicPr>
          <p:cNvPr id="74" name="Graphic 73" descr="World with solid fill">
            <a:extLst>
              <a:ext uri="{FF2B5EF4-FFF2-40B4-BE49-F238E27FC236}">
                <a16:creationId xmlns:a16="http://schemas.microsoft.com/office/drawing/2014/main" id="{3CA3B10C-B046-B74D-8C08-1115956E016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82624" y="5709615"/>
            <a:ext cx="627378" cy="627378"/>
          </a:xfrm>
          <a:prstGeom prst="rect">
            <a:avLst/>
          </a:prstGeom>
        </p:spPr>
      </p:pic>
      <p:pic>
        <p:nvPicPr>
          <p:cNvPr id="76" name="Graphic 75" descr="Database with solid fill">
            <a:extLst>
              <a:ext uri="{FF2B5EF4-FFF2-40B4-BE49-F238E27FC236}">
                <a16:creationId xmlns:a16="http://schemas.microsoft.com/office/drawing/2014/main" id="{BEB32BCC-F763-4448-8743-65830FB083C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699006" y="5672375"/>
            <a:ext cx="656113" cy="656113"/>
          </a:xfrm>
          <a:prstGeom prst="rect">
            <a:avLst/>
          </a:prstGeom>
        </p:spPr>
      </p:pic>
      <p:pic>
        <p:nvPicPr>
          <p:cNvPr id="78" name="Graphic 77" descr="Dog Food Bowl with solid fill">
            <a:extLst>
              <a:ext uri="{FF2B5EF4-FFF2-40B4-BE49-F238E27FC236}">
                <a16:creationId xmlns:a16="http://schemas.microsoft.com/office/drawing/2014/main" id="{208F187E-F5E4-AF4A-B397-4A89BE31DD7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164267" y="3824637"/>
            <a:ext cx="457200" cy="457200"/>
          </a:xfrm>
          <a:prstGeom prst="rect">
            <a:avLst/>
          </a:prstGeom>
        </p:spPr>
      </p:pic>
      <p:pic>
        <p:nvPicPr>
          <p:cNvPr id="80" name="Graphic 79" descr="Game controller with solid fill">
            <a:extLst>
              <a:ext uri="{FF2B5EF4-FFF2-40B4-BE49-F238E27FC236}">
                <a16:creationId xmlns:a16="http://schemas.microsoft.com/office/drawing/2014/main" id="{790AD00F-6FDB-4F48-A568-BF3F5D6C27E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39496" y="3590535"/>
            <a:ext cx="641970" cy="641970"/>
          </a:xfrm>
          <a:prstGeom prst="rect">
            <a:avLst/>
          </a:prstGeom>
        </p:spPr>
      </p:pic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5EF0DD5-2935-D54A-BA8E-3C6D2503B5AA}"/>
              </a:ext>
            </a:extLst>
          </p:cNvPr>
          <p:cNvCxnSpPr>
            <a:cxnSpLocks/>
            <a:stCxn id="60" idx="2"/>
          </p:cNvCxnSpPr>
          <p:nvPr/>
        </p:nvCxnSpPr>
        <p:spPr>
          <a:xfrm rot="16200000" flipH="1">
            <a:off x="1838269" y="4265897"/>
            <a:ext cx="666894" cy="572839"/>
          </a:xfrm>
          <a:prstGeom prst="bentConnector3">
            <a:avLst>
              <a:gd name="adj1" fmla="val 3201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CD1ED5ED-DDE7-3949-9C7D-4EA0D5C1B1A8}"/>
              </a:ext>
            </a:extLst>
          </p:cNvPr>
          <p:cNvCxnSpPr>
            <a:cxnSpLocks/>
            <a:endCxn id="70" idx="1"/>
          </p:cNvCxnSpPr>
          <p:nvPr/>
        </p:nvCxnSpPr>
        <p:spPr>
          <a:xfrm rot="16200000" flipH="1">
            <a:off x="2511828" y="5436147"/>
            <a:ext cx="269255" cy="26045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94A021D4-67FF-AB48-82D5-443E752D2500}"/>
              </a:ext>
            </a:extLst>
          </p:cNvPr>
          <p:cNvCxnSpPr/>
          <p:nvPr/>
        </p:nvCxnSpPr>
        <p:spPr>
          <a:xfrm rot="16200000" flipH="1">
            <a:off x="1187743" y="3993980"/>
            <a:ext cx="562238" cy="630933"/>
          </a:xfrm>
          <a:prstGeom prst="bentConnector3">
            <a:avLst>
              <a:gd name="adj1" fmla="val 579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BE31F75C-3427-584B-9B05-54AB2061F781}"/>
              </a:ext>
            </a:extLst>
          </p:cNvPr>
          <p:cNvCxnSpPr>
            <a:cxnSpLocks/>
          </p:cNvCxnSpPr>
          <p:nvPr/>
        </p:nvCxnSpPr>
        <p:spPr>
          <a:xfrm>
            <a:off x="2428832" y="5450036"/>
            <a:ext cx="875342" cy="620699"/>
          </a:xfrm>
          <a:prstGeom prst="bentConnector3">
            <a:avLst>
              <a:gd name="adj1" fmla="val 33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657C6666-5384-8645-A24E-4E335321D203}"/>
              </a:ext>
            </a:extLst>
          </p:cNvPr>
          <p:cNvCxnSpPr>
            <a:cxnSpLocks/>
            <a:stCxn id="62" idx="2"/>
          </p:cNvCxnSpPr>
          <p:nvPr/>
        </p:nvCxnSpPr>
        <p:spPr>
          <a:xfrm rot="16200000" flipH="1">
            <a:off x="1442589" y="4658773"/>
            <a:ext cx="225286" cy="60699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D67DE97E-B221-8143-88F7-2CE3E7758325}"/>
              </a:ext>
            </a:extLst>
          </p:cNvPr>
          <p:cNvCxnSpPr>
            <a:cxnSpLocks/>
          </p:cNvCxnSpPr>
          <p:nvPr/>
        </p:nvCxnSpPr>
        <p:spPr>
          <a:xfrm flipV="1">
            <a:off x="1476822" y="5441173"/>
            <a:ext cx="671455" cy="360115"/>
          </a:xfrm>
          <a:prstGeom prst="bentConnector3">
            <a:avLst>
              <a:gd name="adj1" fmla="val 3214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A6CD84D2-52C8-884A-95BE-B9F32A756948}"/>
              </a:ext>
            </a:extLst>
          </p:cNvPr>
          <p:cNvCxnSpPr>
            <a:cxnSpLocks/>
            <a:endCxn id="76" idx="0"/>
          </p:cNvCxnSpPr>
          <p:nvPr/>
        </p:nvCxnSpPr>
        <p:spPr>
          <a:xfrm rot="5400000">
            <a:off x="2025451" y="5433634"/>
            <a:ext cx="240354" cy="23712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00E462E5-FC4E-814E-9E29-4C3D94EDDAE2}"/>
              </a:ext>
            </a:extLst>
          </p:cNvPr>
          <p:cNvCxnSpPr>
            <a:cxnSpLocks/>
          </p:cNvCxnSpPr>
          <p:nvPr/>
        </p:nvCxnSpPr>
        <p:spPr>
          <a:xfrm flipV="1">
            <a:off x="1094454" y="5258043"/>
            <a:ext cx="764275" cy="480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9E15AD51-99ED-CF4E-A610-CAED96AB0BA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37894" y="4221208"/>
            <a:ext cx="668820" cy="62700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24AD1E2A-F46E-D54D-B545-F975F060695F}"/>
              </a:ext>
            </a:extLst>
          </p:cNvPr>
          <p:cNvCxnSpPr>
            <a:cxnSpLocks/>
            <a:endCxn id="66" idx="1"/>
          </p:cNvCxnSpPr>
          <p:nvPr/>
        </p:nvCxnSpPr>
        <p:spPr>
          <a:xfrm flipV="1">
            <a:off x="2821028" y="4819258"/>
            <a:ext cx="414152" cy="12035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C52F8150-9A37-FA44-B040-6CE3888FC66A}"/>
              </a:ext>
            </a:extLst>
          </p:cNvPr>
          <p:cNvCxnSpPr>
            <a:cxnSpLocks/>
            <a:endCxn id="64" idx="2"/>
          </p:cNvCxnSpPr>
          <p:nvPr/>
        </p:nvCxnSpPr>
        <p:spPr>
          <a:xfrm rot="5400000" flipH="1" flipV="1">
            <a:off x="2419205" y="4602296"/>
            <a:ext cx="448906" cy="7102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Smart Phone with solid fill">
            <a:extLst>
              <a:ext uri="{FF2B5EF4-FFF2-40B4-BE49-F238E27FC236}">
                <a16:creationId xmlns:a16="http://schemas.microsoft.com/office/drawing/2014/main" id="{DF113E89-B202-9845-812E-0DB0F0014CB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664856" y="5149136"/>
            <a:ext cx="683437" cy="683437"/>
          </a:xfrm>
          <a:prstGeom prst="rect">
            <a:avLst/>
          </a:prstGeom>
        </p:spPr>
      </p:pic>
      <p:cxnSp>
        <p:nvCxnSpPr>
          <p:cNvPr id="122" name="Elbow Connector 121">
            <a:extLst>
              <a:ext uri="{FF2B5EF4-FFF2-40B4-BE49-F238E27FC236}">
                <a16:creationId xmlns:a16="http://schemas.microsoft.com/office/drawing/2014/main" id="{60678E5B-518A-484C-82D9-7E1A12356E89}"/>
              </a:ext>
            </a:extLst>
          </p:cNvPr>
          <p:cNvCxnSpPr>
            <a:cxnSpLocks/>
          </p:cNvCxnSpPr>
          <p:nvPr/>
        </p:nvCxnSpPr>
        <p:spPr>
          <a:xfrm>
            <a:off x="2808538" y="5211928"/>
            <a:ext cx="1001624" cy="29524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ED995EB-59DB-EB48-B7EE-2992641F5233}"/>
              </a:ext>
            </a:extLst>
          </p:cNvPr>
          <p:cNvGrpSpPr/>
          <p:nvPr/>
        </p:nvGrpSpPr>
        <p:grpSpPr>
          <a:xfrm>
            <a:off x="7967207" y="3518619"/>
            <a:ext cx="4113063" cy="3442216"/>
            <a:chOff x="8078937" y="3743699"/>
            <a:chExt cx="3546066" cy="3009905"/>
          </a:xfrm>
        </p:grpSpPr>
        <p:pic>
          <p:nvPicPr>
            <p:cNvPr id="129" name="Graphic 128" descr="Cycle with people outline">
              <a:extLst>
                <a:ext uri="{FF2B5EF4-FFF2-40B4-BE49-F238E27FC236}">
                  <a16:creationId xmlns:a16="http://schemas.microsoft.com/office/drawing/2014/main" id="{E90CD901-AF50-0F4A-9641-59A7CF240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8996860" y="3743699"/>
              <a:ext cx="1052293" cy="1052293"/>
            </a:xfrm>
            <a:prstGeom prst="rect">
              <a:avLst/>
            </a:prstGeom>
          </p:spPr>
        </p:pic>
        <p:pic>
          <p:nvPicPr>
            <p:cNvPr id="131" name="Graphic 130" descr="Cycle with people outline">
              <a:extLst>
                <a:ext uri="{FF2B5EF4-FFF2-40B4-BE49-F238E27FC236}">
                  <a16:creationId xmlns:a16="http://schemas.microsoft.com/office/drawing/2014/main" id="{17AC7EB1-AFFE-1A46-9601-605E8FD8E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8078937" y="4190866"/>
              <a:ext cx="1210967" cy="1210967"/>
            </a:xfrm>
            <a:prstGeom prst="rect">
              <a:avLst/>
            </a:prstGeom>
          </p:spPr>
        </p:pic>
        <p:pic>
          <p:nvPicPr>
            <p:cNvPr id="133" name="Graphic 132" descr="Social network outline">
              <a:extLst>
                <a:ext uri="{FF2B5EF4-FFF2-40B4-BE49-F238E27FC236}">
                  <a16:creationId xmlns:a16="http://schemas.microsoft.com/office/drawing/2014/main" id="{210D7448-A8EE-F142-864D-99482BA1D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036578" y="3852746"/>
              <a:ext cx="1588425" cy="1588425"/>
            </a:xfrm>
            <a:prstGeom prst="rect">
              <a:avLst/>
            </a:prstGeom>
          </p:spPr>
        </p:pic>
        <p:pic>
          <p:nvPicPr>
            <p:cNvPr id="134" name="Graphic 133" descr="Social network outline">
              <a:extLst>
                <a:ext uri="{FF2B5EF4-FFF2-40B4-BE49-F238E27FC236}">
                  <a16:creationId xmlns:a16="http://schemas.microsoft.com/office/drawing/2014/main" id="{B62CD6EF-45FC-BD43-9589-BAAB1EAF9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8612414" y="5165179"/>
              <a:ext cx="1588425" cy="1588425"/>
            </a:xfrm>
            <a:prstGeom prst="rect">
              <a:avLst/>
            </a:prstGeom>
          </p:spPr>
        </p:pic>
        <p:pic>
          <p:nvPicPr>
            <p:cNvPr id="135" name="Graphic 134" descr="Cycle with people outline">
              <a:extLst>
                <a:ext uri="{FF2B5EF4-FFF2-40B4-BE49-F238E27FC236}">
                  <a16:creationId xmlns:a16="http://schemas.microsoft.com/office/drawing/2014/main" id="{18737C56-3D42-1D4C-8837-3399BE299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215618" y="5149136"/>
              <a:ext cx="1052293" cy="1052293"/>
            </a:xfrm>
            <a:prstGeom prst="rect">
              <a:avLst/>
            </a:prstGeom>
          </p:spPr>
        </p:pic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DDD28ABF-A005-FE4D-9491-ADE41B0F82EA}"/>
                </a:ext>
              </a:extLst>
            </p:cNvPr>
            <p:cNvCxnSpPr/>
            <p:nvPr/>
          </p:nvCxnSpPr>
          <p:spPr>
            <a:xfrm>
              <a:off x="8897990" y="4534709"/>
              <a:ext cx="20973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7AF32ED-846C-0F41-9E98-B2F97AD92CCF}"/>
                </a:ext>
              </a:extLst>
            </p:cNvPr>
            <p:cNvCxnSpPr>
              <a:cxnSpLocks/>
            </p:cNvCxnSpPr>
            <p:nvPr/>
          </p:nvCxnSpPr>
          <p:spPr>
            <a:xfrm>
              <a:off x="9045004" y="5230409"/>
              <a:ext cx="210659" cy="1714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14ABA8BF-9F37-4349-9B99-DB5D09A6525A}"/>
                </a:ext>
              </a:extLst>
            </p:cNvPr>
            <p:cNvCxnSpPr>
              <a:cxnSpLocks/>
            </p:cNvCxnSpPr>
            <p:nvPr/>
          </p:nvCxnSpPr>
          <p:spPr>
            <a:xfrm>
              <a:off x="8443887" y="5252547"/>
              <a:ext cx="307442" cy="4421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8FE3425-419A-2A4C-A18B-05B31D4F9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83290" y="5260446"/>
              <a:ext cx="36566" cy="34659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E2852147-6ED7-5343-9E1E-FE51F4E223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6558" y="5521402"/>
              <a:ext cx="484659" cy="26620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D2A5E3E6-E416-1E46-B9FC-D91982EAC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1842" y="4940327"/>
              <a:ext cx="36566" cy="34659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D6BBCEA9-7D2B-8C4A-898D-1DAD13B84F8D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06" y="4067382"/>
              <a:ext cx="897067" cy="907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E079976-BD9D-D54D-A92C-14C85F9924F6}"/>
                </a:ext>
              </a:extLst>
            </p:cNvPr>
            <p:cNvCxnSpPr>
              <a:cxnSpLocks/>
            </p:cNvCxnSpPr>
            <p:nvPr/>
          </p:nvCxnSpPr>
          <p:spPr>
            <a:xfrm>
              <a:off x="9897321" y="4489295"/>
              <a:ext cx="25070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D1F0FC04-56AF-ED47-8F9B-53027F37602C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06" y="4185610"/>
              <a:ext cx="494012" cy="21384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82E7D3FF-C3B5-1241-92F8-8DCDE8B22844}"/>
                </a:ext>
              </a:extLst>
            </p:cNvPr>
            <p:cNvSpPr txBox="1"/>
            <p:nvPr/>
          </p:nvSpPr>
          <p:spPr>
            <a:xfrm>
              <a:off x="8941282" y="4614260"/>
              <a:ext cx="11702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b="1" dirty="0">
                  <a:solidFill>
                    <a:schemeClr val="accent1">
                      <a:lumMod val="75000"/>
                    </a:schemeClr>
                  </a:solidFill>
                </a:rPr>
                <a:t>People &amp;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2285DCF-C7FA-AC4D-89BF-2FDA8E0F4662}"/>
                </a:ext>
              </a:extLst>
            </p:cNvPr>
            <p:cNvSpPr txBox="1"/>
            <p:nvPr/>
          </p:nvSpPr>
          <p:spPr>
            <a:xfrm>
              <a:off x="9243434" y="4901081"/>
              <a:ext cx="11702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b="1" dirty="0">
                  <a:solidFill>
                    <a:schemeClr val="accent1">
                      <a:lumMod val="75000"/>
                    </a:schemeClr>
                  </a:solidFill>
                </a:rPr>
                <a:t>Crowd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A528E3B-E756-7B41-96D4-7DCE5DB55815}"/>
                </a:ext>
              </a:extLst>
            </p:cNvPr>
            <p:cNvSpPr txBox="1"/>
            <p:nvPr/>
          </p:nvSpPr>
          <p:spPr>
            <a:xfrm>
              <a:off x="9445806" y="5190435"/>
              <a:ext cx="11702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b="1" dirty="0">
                  <a:solidFill>
                    <a:schemeClr val="accent1">
                      <a:lumMod val="75000"/>
                    </a:schemeClr>
                  </a:solidFill>
                </a:rPr>
                <a:t> Sourcing</a:t>
              </a:r>
            </a:p>
          </p:txBody>
        </p:sp>
      </p:grp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8652166E-C78B-8E44-92BC-438E27AD0D5A}"/>
              </a:ext>
            </a:extLst>
          </p:cNvPr>
          <p:cNvCxnSpPr>
            <a:cxnSpLocks/>
          </p:cNvCxnSpPr>
          <p:nvPr/>
        </p:nvCxnSpPr>
        <p:spPr>
          <a:xfrm>
            <a:off x="8205902" y="3539671"/>
            <a:ext cx="2096716" cy="210953"/>
          </a:xfrm>
          <a:prstGeom prst="bentConnector3">
            <a:avLst>
              <a:gd name="adj1" fmla="val 100045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Oval 168">
            <a:extLst>
              <a:ext uri="{FF2B5EF4-FFF2-40B4-BE49-F238E27FC236}">
                <a16:creationId xmlns:a16="http://schemas.microsoft.com/office/drawing/2014/main" id="{4C9123A0-8093-434D-A5C8-78019CDFF899}"/>
              </a:ext>
            </a:extLst>
          </p:cNvPr>
          <p:cNvSpPr/>
          <p:nvPr/>
        </p:nvSpPr>
        <p:spPr>
          <a:xfrm rot="10800000">
            <a:off x="10208872" y="3604824"/>
            <a:ext cx="194872" cy="1948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9CDA22A-BC05-8447-9AAF-7767E885B513}"/>
              </a:ext>
            </a:extLst>
          </p:cNvPr>
          <p:cNvSpPr txBox="1"/>
          <p:nvPr/>
        </p:nvSpPr>
        <p:spPr>
          <a:xfrm>
            <a:off x="-681607" y="-431312"/>
            <a:ext cx="3540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solidFill>
                  <a:srgbClr val="C00000"/>
                </a:solidFill>
              </a:rPr>
              <a:t>***** Replace Pictures Here ***** </a:t>
            </a:r>
          </a:p>
        </p:txBody>
      </p:sp>
    </p:spTree>
    <p:extLst>
      <p:ext uri="{BB962C8B-B14F-4D97-AF65-F5344CB8AC3E}">
        <p14:creationId xmlns:p14="http://schemas.microsoft.com/office/powerpoint/2010/main" val="116240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C2558ED-CDB6-B34B-9544-D7EFABA967CB}"/>
              </a:ext>
            </a:extLst>
          </p:cNvPr>
          <p:cNvGrpSpPr/>
          <p:nvPr/>
        </p:nvGrpSpPr>
        <p:grpSpPr>
          <a:xfrm>
            <a:off x="292697" y="806184"/>
            <a:ext cx="10073115" cy="2611529"/>
            <a:chOff x="364407" y="463572"/>
            <a:chExt cx="11394127" cy="2954011"/>
          </a:xfrm>
        </p:grpSpPr>
        <p:pic>
          <p:nvPicPr>
            <p:cNvPr id="79" name="Picture 78" descr="A group of people looking at a map&#10;&#10;Description automatically generated with medium confidence">
              <a:extLst>
                <a:ext uri="{FF2B5EF4-FFF2-40B4-BE49-F238E27FC236}">
                  <a16:creationId xmlns:a16="http://schemas.microsoft.com/office/drawing/2014/main" id="{40194A6E-7687-9D49-8905-17902E87E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39022" y="488976"/>
              <a:ext cx="5329961" cy="292860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81" name="Picture 80" descr="Two people looking at a white board with colorful sticky notes&#10;&#10;Description automatically generated with low confidence">
              <a:extLst>
                <a:ext uri="{FF2B5EF4-FFF2-40B4-BE49-F238E27FC236}">
                  <a16:creationId xmlns:a16="http://schemas.microsoft.com/office/drawing/2014/main" id="{6F5C5D13-180F-604E-810F-8448B7802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407" y="478333"/>
              <a:ext cx="4328209" cy="288258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85" name="図 23" descr="ノートパソコンで作業をしている人たち&#10;&#10;自動的に生成された説明">
              <a:extLst>
                <a:ext uri="{FF2B5EF4-FFF2-40B4-BE49-F238E27FC236}">
                  <a16:creationId xmlns:a16="http://schemas.microsoft.com/office/drawing/2014/main" id="{A7880227-DF11-C441-8289-7F625416EB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950" r="6381"/>
            <a:stretch/>
          </p:blipFill>
          <p:spPr>
            <a:xfrm>
              <a:off x="8039976" y="463572"/>
              <a:ext cx="3718558" cy="294004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4023BBB-7998-D146-9D1C-232FD3AAA5DE}"/>
              </a:ext>
            </a:extLst>
          </p:cNvPr>
          <p:cNvGrpSpPr/>
          <p:nvPr/>
        </p:nvGrpSpPr>
        <p:grpSpPr>
          <a:xfrm>
            <a:off x="274461" y="1378793"/>
            <a:ext cx="10530090" cy="5222278"/>
            <a:chOff x="566997" y="1250960"/>
            <a:chExt cx="11513273" cy="570987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E977DC-5E01-2946-9154-A636A9E38D02}"/>
                </a:ext>
              </a:extLst>
            </p:cNvPr>
            <p:cNvSpPr txBox="1"/>
            <p:nvPr/>
          </p:nvSpPr>
          <p:spPr>
            <a:xfrm>
              <a:off x="3141905" y="1250960"/>
              <a:ext cx="857353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4400" b="1" dirty="0">
                  <a:ln w="6350"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39700">
                      <a:schemeClr val="accent1">
                        <a:satMod val="175000"/>
                        <a:alpha val="40000"/>
                      </a:schemeClr>
                    </a:glow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Intercultural Collaboration</a:t>
              </a:r>
            </a:p>
          </p:txBody>
        </p:sp>
        <p:pic>
          <p:nvPicPr>
            <p:cNvPr id="11" name="Graphic 10" descr="Cloud with solid fill">
              <a:extLst>
                <a:ext uri="{FF2B5EF4-FFF2-40B4-BE49-F238E27FC236}">
                  <a16:creationId xmlns:a16="http://schemas.microsoft.com/office/drawing/2014/main" id="{2874F30F-120A-9645-9700-872BFA144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10162" y="1250960"/>
              <a:ext cx="4689261" cy="368185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FA0BE3-015E-DD40-BE9F-EFF1C0E0177A}"/>
                </a:ext>
              </a:extLst>
            </p:cNvPr>
            <p:cNvSpPr txBox="1"/>
            <p:nvPr/>
          </p:nvSpPr>
          <p:spPr>
            <a:xfrm>
              <a:off x="4972134" y="2652700"/>
              <a:ext cx="2247731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3600" dirty="0">
                  <a:solidFill>
                    <a:schemeClr val="accent1">
                      <a:lumMod val="75000"/>
                    </a:schemeClr>
                  </a:solidFill>
                </a:rPr>
                <a:t>Service </a:t>
              </a:r>
            </a:p>
            <a:p>
              <a:pPr algn="ctr"/>
              <a:r>
                <a:rPr lang="en-JP" sz="3600" dirty="0">
                  <a:solidFill>
                    <a:schemeClr val="accent1">
                      <a:lumMod val="75000"/>
                    </a:schemeClr>
                  </a:solidFill>
                </a:rPr>
                <a:t>Computing</a:t>
              </a:r>
            </a:p>
          </p:txBody>
        </p:sp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FC529D2B-CD28-7140-B28C-901C76D25750}"/>
                </a:ext>
              </a:extLst>
            </p:cNvPr>
            <p:cNvCxnSpPr>
              <a:cxnSpLocks/>
              <a:endCxn id="17" idx="4"/>
            </p:cNvCxnSpPr>
            <p:nvPr/>
          </p:nvCxnSpPr>
          <p:spPr>
            <a:xfrm flipV="1">
              <a:off x="8169639" y="2020401"/>
              <a:ext cx="3455364" cy="1408599"/>
            </a:xfrm>
            <a:prstGeom prst="bentConnector2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7413428-95C1-994C-A722-A69388A8D26F}"/>
                </a:ext>
              </a:extLst>
            </p:cNvPr>
            <p:cNvSpPr/>
            <p:nvPr/>
          </p:nvSpPr>
          <p:spPr>
            <a:xfrm>
              <a:off x="11527567" y="1825529"/>
              <a:ext cx="194872" cy="19487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8D2F79BB-D7F1-7C4F-8A56-6B697B384682}"/>
                </a:ext>
              </a:extLst>
            </p:cNvPr>
            <p:cNvCxnSpPr>
              <a:cxnSpLocks/>
              <a:endCxn id="20" idx="4"/>
            </p:cNvCxnSpPr>
            <p:nvPr/>
          </p:nvCxnSpPr>
          <p:spPr>
            <a:xfrm flipV="1">
              <a:off x="8125834" y="2950153"/>
              <a:ext cx="2395403" cy="361235"/>
            </a:xfrm>
            <a:prstGeom prst="bentConnector2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D908630-EFF3-1040-A6E8-F3B3625F9AEE}"/>
                </a:ext>
              </a:extLst>
            </p:cNvPr>
            <p:cNvSpPr/>
            <p:nvPr/>
          </p:nvSpPr>
          <p:spPr>
            <a:xfrm>
              <a:off x="10423801" y="2755281"/>
              <a:ext cx="194872" cy="19487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1CDAAE3E-4941-554B-99CA-DC3C957913E4}"/>
                </a:ext>
              </a:extLst>
            </p:cNvPr>
            <p:cNvCxnSpPr>
              <a:cxnSpLocks/>
              <a:endCxn id="23" idx="4"/>
            </p:cNvCxnSpPr>
            <p:nvPr/>
          </p:nvCxnSpPr>
          <p:spPr>
            <a:xfrm rot="10800000" flipV="1">
              <a:off x="664433" y="3363083"/>
              <a:ext cx="3455364" cy="1408599"/>
            </a:xfrm>
            <a:prstGeom prst="bentConnector2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13249DF-4779-9244-9766-991B9054886E}"/>
                </a:ext>
              </a:extLst>
            </p:cNvPr>
            <p:cNvSpPr/>
            <p:nvPr/>
          </p:nvSpPr>
          <p:spPr>
            <a:xfrm rot="10800000">
              <a:off x="566997" y="4771682"/>
              <a:ext cx="194872" cy="19487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63B826B-F6EB-EE4C-91D8-C24A23996E2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885785" y="3477163"/>
              <a:ext cx="2180381" cy="355752"/>
            </a:xfrm>
            <a:prstGeom prst="bentConnector2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>
              <a:extLst>
                <a:ext uri="{FF2B5EF4-FFF2-40B4-BE49-F238E27FC236}">
                  <a16:creationId xmlns:a16="http://schemas.microsoft.com/office/drawing/2014/main" id="{800C3D02-33CE-1F43-AB7D-63D0346052C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142425" y="2911270"/>
              <a:ext cx="2977372" cy="361235"/>
            </a:xfrm>
            <a:prstGeom prst="bentConnector3">
              <a:avLst>
                <a:gd name="adj1" fmla="val 99844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96189F8-36B0-A544-8918-50D8DE31FDB4}"/>
                </a:ext>
              </a:extLst>
            </p:cNvPr>
            <p:cNvSpPr/>
            <p:nvPr/>
          </p:nvSpPr>
          <p:spPr>
            <a:xfrm>
              <a:off x="1051989" y="2892542"/>
              <a:ext cx="194872" cy="19487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pic>
          <p:nvPicPr>
            <p:cNvPr id="34" name="Graphic 33" descr="Robot outline">
              <a:extLst>
                <a:ext uri="{FF2B5EF4-FFF2-40B4-BE49-F238E27FC236}">
                  <a16:creationId xmlns:a16="http://schemas.microsoft.com/office/drawing/2014/main" id="{46155F2A-E434-FD46-9F07-57E835A7D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46960" y="4094939"/>
              <a:ext cx="2824475" cy="2824475"/>
            </a:xfrm>
            <a:prstGeom prst="rect">
              <a:avLst/>
            </a:prstGeom>
          </p:spPr>
        </p:pic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7B9DBF2-EB07-8942-BF59-46F1E6AB91BC}"/>
                </a:ext>
              </a:extLst>
            </p:cNvPr>
            <p:cNvGrpSpPr/>
            <p:nvPr/>
          </p:nvGrpSpPr>
          <p:grpSpPr>
            <a:xfrm>
              <a:off x="5283525" y="5351490"/>
              <a:ext cx="1867936" cy="1364104"/>
              <a:chOff x="8827419" y="3911056"/>
              <a:chExt cx="1443983" cy="1383493"/>
            </a:xfrm>
          </p:grpSpPr>
          <p:sp>
            <p:nvSpPr>
              <p:cNvPr id="42" name="Parallelogram 41">
                <a:extLst>
                  <a:ext uri="{FF2B5EF4-FFF2-40B4-BE49-F238E27FC236}">
                    <a16:creationId xmlns:a16="http://schemas.microsoft.com/office/drawing/2014/main" id="{5D0F5595-E6D0-734F-A821-39A57D355017}"/>
                  </a:ext>
                </a:extLst>
              </p:cNvPr>
              <p:cNvSpPr/>
              <p:nvPr/>
            </p:nvSpPr>
            <p:spPr>
              <a:xfrm rot="5400000">
                <a:off x="8499423" y="4242216"/>
                <a:ext cx="1380329" cy="724338"/>
              </a:xfrm>
              <a:prstGeom prst="parallelogram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2E54F17C-1485-284B-9B5B-B651638032D8}"/>
                  </a:ext>
                </a:extLst>
              </p:cNvPr>
              <p:cNvSpPr/>
              <p:nvPr/>
            </p:nvSpPr>
            <p:spPr>
              <a:xfrm rot="5400000" flipV="1">
                <a:off x="9221415" y="4241399"/>
                <a:ext cx="1380329" cy="719644"/>
              </a:xfrm>
              <a:prstGeom prst="parallelogram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47E8BDC-A2BD-3240-9BCC-D6F30E501CE2}"/>
                </a:ext>
              </a:extLst>
            </p:cNvPr>
            <p:cNvSpPr txBox="1"/>
            <p:nvPr/>
          </p:nvSpPr>
          <p:spPr>
            <a:xfrm rot="21324645">
              <a:off x="6336489" y="5547851"/>
              <a:ext cx="95689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4400" b="1" dirty="0">
                  <a:solidFill>
                    <a:schemeClr val="accent1">
                      <a:lumMod val="75000"/>
                    </a:schemeClr>
                  </a:solidFill>
                </a:rPr>
                <a:t>AI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EE9F01A-A4CF-5646-96D1-5C75A42875E5}"/>
                </a:ext>
              </a:extLst>
            </p:cNvPr>
            <p:cNvSpPr txBox="1"/>
            <p:nvPr/>
          </p:nvSpPr>
          <p:spPr>
            <a:xfrm rot="467502">
              <a:off x="5436390" y="6022107"/>
              <a:ext cx="9396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800" dirty="0">
                  <a:solidFill>
                    <a:schemeClr val="accent1">
                      <a:lumMod val="75000"/>
                    </a:schemeClr>
                  </a:solidFill>
                </a:rPr>
                <a:t>NLP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A690C69-F28E-CD4E-89F9-8F96701C4BF2}"/>
                </a:ext>
              </a:extLst>
            </p:cNvPr>
            <p:cNvSpPr txBox="1"/>
            <p:nvPr/>
          </p:nvSpPr>
          <p:spPr>
            <a:xfrm rot="392287">
              <a:off x="5358389" y="5539678"/>
              <a:ext cx="9396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800" dirty="0">
                  <a:solidFill>
                    <a:schemeClr val="accent1">
                      <a:lumMod val="75000"/>
                    </a:schemeClr>
                  </a:solidFill>
                </a:rPr>
                <a:t>ML</a:t>
              </a:r>
            </a:p>
          </p:txBody>
        </p:sp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F34846EB-0D8E-B449-9B34-7D87D6BA723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35238" y="4316876"/>
              <a:ext cx="618849" cy="1"/>
            </a:xfrm>
            <a:prstGeom prst="bentConnector3">
              <a:avLst>
                <a:gd name="adj1" fmla="val 50000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" name="Graphic 52" descr="Wi-Fi outline">
              <a:extLst>
                <a:ext uri="{FF2B5EF4-FFF2-40B4-BE49-F238E27FC236}">
                  <a16:creationId xmlns:a16="http://schemas.microsoft.com/office/drawing/2014/main" id="{656558A2-A138-2146-A4DE-6170BFA69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14112" y="4264158"/>
              <a:ext cx="914400" cy="91440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F047A7A-DDA9-BC4E-B20F-A5948AB992AE}"/>
                </a:ext>
              </a:extLst>
            </p:cNvPr>
            <p:cNvSpPr txBox="1"/>
            <p:nvPr/>
          </p:nvSpPr>
          <p:spPr>
            <a:xfrm>
              <a:off x="1890555" y="4781108"/>
              <a:ext cx="125135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4400" b="1" dirty="0">
                  <a:solidFill>
                    <a:schemeClr val="accent1">
                      <a:lumMod val="75000"/>
                    </a:schemeClr>
                  </a:solidFill>
                </a:rPr>
                <a:t>IOT</a:t>
              </a:r>
            </a:p>
          </p:txBody>
        </p:sp>
        <p:pic>
          <p:nvPicPr>
            <p:cNvPr id="60" name="Graphic 59" descr="Work from home Wi-Fi with solid fill">
              <a:extLst>
                <a:ext uri="{FF2B5EF4-FFF2-40B4-BE49-F238E27FC236}">
                  <a16:creationId xmlns:a16="http://schemas.microsoft.com/office/drawing/2014/main" id="{0571F5E0-99E8-914F-B8A2-15E310527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656697" y="3761670"/>
              <a:ext cx="457200" cy="457200"/>
            </a:xfrm>
            <a:prstGeom prst="rect">
              <a:avLst/>
            </a:prstGeom>
          </p:spPr>
        </p:pic>
        <p:pic>
          <p:nvPicPr>
            <p:cNvPr id="62" name="Graphic 61" descr="Thermometer with solid fill">
              <a:extLst>
                <a:ext uri="{FF2B5EF4-FFF2-40B4-BE49-F238E27FC236}">
                  <a16:creationId xmlns:a16="http://schemas.microsoft.com/office/drawing/2014/main" id="{778B4E68-03EF-6E4D-87AF-F685F631A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26649" y="4399453"/>
              <a:ext cx="450173" cy="450173"/>
            </a:xfrm>
            <a:prstGeom prst="rect">
              <a:avLst/>
            </a:prstGeom>
          </p:spPr>
        </p:pic>
        <p:pic>
          <p:nvPicPr>
            <p:cNvPr id="64" name="Graphic 63" descr="Lights On with solid fill">
              <a:extLst>
                <a:ext uri="{FF2B5EF4-FFF2-40B4-BE49-F238E27FC236}">
                  <a16:creationId xmlns:a16="http://schemas.microsoft.com/office/drawing/2014/main" id="{E63BD083-F3B4-3B4A-8191-5DC577008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423914" y="3902845"/>
              <a:ext cx="510508" cy="510508"/>
            </a:xfrm>
            <a:prstGeom prst="rect">
              <a:avLst/>
            </a:prstGeom>
          </p:spPr>
        </p:pic>
        <p:pic>
          <p:nvPicPr>
            <p:cNvPr id="66" name="Graphic 65" descr="Security camera with solid fill">
              <a:extLst>
                <a:ext uri="{FF2B5EF4-FFF2-40B4-BE49-F238E27FC236}">
                  <a16:creationId xmlns:a16="http://schemas.microsoft.com/office/drawing/2014/main" id="{18DF6839-244F-F342-8224-857F002A2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235180" y="4553315"/>
              <a:ext cx="531886" cy="531886"/>
            </a:xfrm>
            <a:prstGeom prst="rect">
              <a:avLst/>
            </a:prstGeom>
          </p:spPr>
        </p:pic>
        <p:pic>
          <p:nvPicPr>
            <p:cNvPr id="68" name="Graphic 67" descr="Chat with solid fill">
              <a:extLst>
                <a:ext uri="{FF2B5EF4-FFF2-40B4-BE49-F238E27FC236}">
                  <a16:creationId xmlns:a16="http://schemas.microsoft.com/office/drawing/2014/main" id="{79685691-7DA0-6F48-BAA0-6FC5932FC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57552" y="5091386"/>
              <a:ext cx="665170" cy="665170"/>
            </a:xfrm>
            <a:prstGeom prst="rect">
              <a:avLst/>
            </a:prstGeom>
          </p:spPr>
        </p:pic>
        <p:pic>
          <p:nvPicPr>
            <p:cNvPr id="70" name="Graphic 69" descr="Envelope with solid fill">
              <a:extLst>
                <a:ext uri="{FF2B5EF4-FFF2-40B4-BE49-F238E27FC236}">
                  <a16:creationId xmlns:a16="http://schemas.microsoft.com/office/drawing/2014/main" id="{AB762C87-6601-4A47-9EE3-AE615035E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2776680" y="5441171"/>
              <a:ext cx="519658" cy="519658"/>
            </a:xfrm>
            <a:prstGeom prst="rect">
              <a:avLst/>
            </a:prstGeom>
          </p:spPr>
        </p:pic>
        <p:pic>
          <p:nvPicPr>
            <p:cNvPr id="72" name="Graphic 71" descr="Car with solid fill">
              <a:extLst>
                <a:ext uri="{FF2B5EF4-FFF2-40B4-BE49-F238E27FC236}">
                  <a16:creationId xmlns:a16="http://schemas.microsoft.com/office/drawing/2014/main" id="{10E20417-F80C-7E41-A877-255BC9931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3304174" y="5712661"/>
              <a:ext cx="746128" cy="746128"/>
            </a:xfrm>
            <a:prstGeom prst="rect">
              <a:avLst/>
            </a:prstGeom>
          </p:spPr>
        </p:pic>
        <p:pic>
          <p:nvPicPr>
            <p:cNvPr id="74" name="Graphic 73" descr="World with solid fill">
              <a:extLst>
                <a:ext uri="{FF2B5EF4-FFF2-40B4-BE49-F238E27FC236}">
                  <a16:creationId xmlns:a16="http://schemas.microsoft.com/office/drawing/2014/main" id="{3CA3B10C-B046-B74D-8C08-1115956E0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82624" y="5709615"/>
              <a:ext cx="627378" cy="627378"/>
            </a:xfrm>
            <a:prstGeom prst="rect">
              <a:avLst/>
            </a:prstGeom>
          </p:spPr>
        </p:pic>
        <p:pic>
          <p:nvPicPr>
            <p:cNvPr id="76" name="Graphic 75" descr="Database with solid fill">
              <a:extLst>
                <a:ext uri="{FF2B5EF4-FFF2-40B4-BE49-F238E27FC236}">
                  <a16:creationId xmlns:a16="http://schemas.microsoft.com/office/drawing/2014/main" id="{BEB32BCC-F763-4448-8743-65830FB08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699006" y="5672375"/>
              <a:ext cx="656113" cy="656113"/>
            </a:xfrm>
            <a:prstGeom prst="rect">
              <a:avLst/>
            </a:prstGeom>
          </p:spPr>
        </p:pic>
        <p:pic>
          <p:nvPicPr>
            <p:cNvPr id="78" name="Graphic 77" descr="Dog Food Bowl with solid fill">
              <a:extLst>
                <a:ext uri="{FF2B5EF4-FFF2-40B4-BE49-F238E27FC236}">
                  <a16:creationId xmlns:a16="http://schemas.microsoft.com/office/drawing/2014/main" id="{208F187E-F5E4-AF4A-B397-4A89BE31D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164267" y="3824637"/>
              <a:ext cx="457200" cy="457200"/>
            </a:xfrm>
            <a:prstGeom prst="rect">
              <a:avLst/>
            </a:prstGeom>
          </p:spPr>
        </p:pic>
        <p:pic>
          <p:nvPicPr>
            <p:cNvPr id="80" name="Graphic 79" descr="Game controller with solid fill">
              <a:extLst>
                <a:ext uri="{FF2B5EF4-FFF2-40B4-BE49-F238E27FC236}">
                  <a16:creationId xmlns:a16="http://schemas.microsoft.com/office/drawing/2014/main" id="{790AD00F-6FDB-4F48-A568-BF3F5D6C2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839496" y="3590535"/>
              <a:ext cx="641970" cy="641970"/>
            </a:xfrm>
            <a:prstGeom prst="rect">
              <a:avLst/>
            </a:prstGeom>
          </p:spPr>
        </p:pic>
        <p:cxnSp>
          <p:nvCxnSpPr>
            <p:cNvPr id="82" name="Elbow Connector 81">
              <a:extLst>
                <a:ext uri="{FF2B5EF4-FFF2-40B4-BE49-F238E27FC236}">
                  <a16:creationId xmlns:a16="http://schemas.microsoft.com/office/drawing/2014/main" id="{A5EF0DD5-2935-D54A-BA8E-3C6D2503B5AA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 rot="16200000" flipH="1">
              <a:off x="1838269" y="4265897"/>
              <a:ext cx="666894" cy="572839"/>
            </a:xfrm>
            <a:prstGeom prst="bentConnector3">
              <a:avLst>
                <a:gd name="adj1" fmla="val 3201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Elbow Connector 82">
              <a:extLst>
                <a:ext uri="{FF2B5EF4-FFF2-40B4-BE49-F238E27FC236}">
                  <a16:creationId xmlns:a16="http://schemas.microsoft.com/office/drawing/2014/main" id="{CD1ED5ED-DDE7-3949-9C7D-4EA0D5C1B1A8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 rot="16200000" flipH="1">
              <a:off x="2511828" y="5436147"/>
              <a:ext cx="269255" cy="260450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94A021D4-67FF-AB48-82D5-443E752D2500}"/>
                </a:ext>
              </a:extLst>
            </p:cNvPr>
            <p:cNvCxnSpPr/>
            <p:nvPr/>
          </p:nvCxnSpPr>
          <p:spPr>
            <a:xfrm rot="16200000" flipH="1">
              <a:off x="1187743" y="3993980"/>
              <a:ext cx="562238" cy="630933"/>
            </a:xfrm>
            <a:prstGeom prst="bentConnector3">
              <a:avLst>
                <a:gd name="adj1" fmla="val 5799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BE31F75C-3427-584B-9B05-54AB2061F781}"/>
                </a:ext>
              </a:extLst>
            </p:cNvPr>
            <p:cNvCxnSpPr>
              <a:cxnSpLocks/>
            </p:cNvCxnSpPr>
            <p:nvPr/>
          </p:nvCxnSpPr>
          <p:spPr>
            <a:xfrm>
              <a:off x="2428832" y="5450036"/>
              <a:ext cx="875342" cy="620699"/>
            </a:xfrm>
            <a:prstGeom prst="bentConnector3">
              <a:avLst>
                <a:gd name="adj1" fmla="val 33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Elbow Connector 92">
              <a:extLst>
                <a:ext uri="{FF2B5EF4-FFF2-40B4-BE49-F238E27FC236}">
                  <a16:creationId xmlns:a16="http://schemas.microsoft.com/office/drawing/2014/main" id="{657C6666-5384-8645-A24E-4E335321D203}"/>
                </a:ext>
              </a:extLst>
            </p:cNvPr>
            <p:cNvCxnSpPr>
              <a:cxnSpLocks/>
              <a:stCxn id="62" idx="2"/>
            </p:cNvCxnSpPr>
            <p:nvPr/>
          </p:nvCxnSpPr>
          <p:spPr>
            <a:xfrm rot="16200000" flipH="1">
              <a:off x="1442589" y="4658773"/>
              <a:ext cx="225286" cy="60699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Elbow Connector 96">
              <a:extLst>
                <a:ext uri="{FF2B5EF4-FFF2-40B4-BE49-F238E27FC236}">
                  <a16:creationId xmlns:a16="http://schemas.microsoft.com/office/drawing/2014/main" id="{D67DE97E-B221-8143-88F7-2CE3E77583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6822" y="5441173"/>
              <a:ext cx="671455" cy="360115"/>
            </a:xfrm>
            <a:prstGeom prst="bentConnector3">
              <a:avLst>
                <a:gd name="adj1" fmla="val 321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Elbow Connector 101">
              <a:extLst>
                <a:ext uri="{FF2B5EF4-FFF2-40B4-BE49-F238E27FC236}">
                  <a16:creationId xmlns:a16="http://schemas.microsoft.com/office/drawing/2014/main" id="{A6CD84D2-52C8-884A-95BE-B9F32A756948}"/>
                </a:ext>
              </a:extLst>
            </p:cNvPr>
            <p:cNvCxnSpPr>
              <a:cxnSpLocks/>
              <a:endCxn id="76" idx="0"/>
            </p:cNvCxnSpPr>
            <p:nvPr/>
          </p:nvCxnSpPr>
          <p:spPr>
            <a:xfrm rot="5400000">
              <a:off x="2025451" y="5433634"/>
              <a:ext cx="240354" cy="237129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Elbow Connector 103">
              <a:extLst>
                <a:ext uri="{FF2B5EF4-FFF2-40B4-BE49-F238E27FC236}">
                  <a16:creationId xmlns:a16="http://schemas.microsoft.com/office/drawing/2014/main" id="{00E462E5-FC4E-814E-9E29-4C3D94EDDA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4454" y="5258043"/>
              <a:ext cx="764275" cy="4806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Elbow Connector 105">
              <a:extLst>
                <a:ext uri="{FF2B5EF4-FFF2-40B4-BE49-F238E27FC236}">
                  <a16:creationId xmlns:a16="http://schemas.microsoft.com/office/drawing/2014/main" id="{9E15AD51-99ED-CF4E-A610-CAED96AB0BA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737894" y="4221208"/>
              <a:ext cx="668820" cy="62700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Elbow Connector 110">
              <a:extLst>
                <a:ext uri="{FF2B5EF4-FFF2-40B4-BE49-F238E27FC236}">
                  <a16:creationId xmlns:a16="http://schemas.microsoft.com/office/drawing/2014/main" id="{24AD1E2A-F46E-D54D-B545-F975F060695F}"/>
                </a:ext>
              </a:extLst>
            </p:cNvPr>
            <p:cNvCxnSpPr>
              <a:cxnSpLocks/>
              <a:endCxn id="66" idx="1"/>
            </p:cNvCxnSpPr>
            <p:nvPr/>
          </p:nvCxnSpPr>
          <p:spPr>
            <a:xfrm flipV="1">
              <a:off x="2821028" y="4819258"/>
              <a:ext cx="414152" cy="120350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Elbow Connector 113">
              <a:extLst>
                <a:ext uri="{FF2B5EF4-FFF2-40B4-BE49-F238E27FC236}">
                  <a16:creationId xmlns:a16="http://schemas.microsoft.com/office/drawing/2014/main" id="{C52F8150-9A37-FA44-B040-6CE3888FC66A}"/>
                </a:ext>
              </a:extLst>
            </p:cNvPr>
            <p:cNvCxnSpPr>
              <a:cxnSpLocks/>
              <a:endCxn id="64" idx="2"/>
            </p:cNvCxnSpPr>
            <p:nvPr/>
          </p:nvCxnSpPr>
          <p:spPr>
            <a:xfrm rot="5400000" flipH="1" flipV="1">
              <a:off x="2419205" y="4602296"/>
              <a:ext cx="448906" cy="71020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1" name="Graphic 120" descr="Smart Phone with solid fill">
              <a:extLst>
                <a:ext uri="{FF2B5EF4-FFF2-40B4-BE49-F238E27FC236}">
                  <a16:creationId xmlns:a16="http://schemas.microsoft.com/office/drawing/2014/main" id="{DF113E89-B202-9845-812E-0DB0F0014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3664856" y="5149136"/>
              <a:ext cx="683437" cy="683437"/>
            </a:xfrm>
            <a:prstGeom prst="rect">
              <a:avLst/>
            </a:prstGeom>
          </p:spPr>
        </p:pic>
        <p:cxnSp>
          <p:nvCxnSpPr>
            <p:cNvPr id="122" name="Elbow Connector 121">
              <a:extLst>
                <a:ext uri="{FF2B5EF4-FFF2-40B4-BE49-F238E27FC236}">
                  <a16:creationId xmlns:a16="http://schemas.microsoft.com/office/drawing/2014/main" id="{60678E5B-518A-484C-82D9-7E1A12356E89}"/>
                </a:ext>
              </a:extLst>
            </p:cNvPr>
            <p:cNvCxnSpPr>
              <a:cxnSpLocks/>
            </p:cNvCxnSpPr>
            <p:nvPr/>
          </p:nvCxnSpPr>
          <p:spPr>
            <a:xfrm>
              <a:off x="2808538" y="5211928"/>
              <a:ext cx="1001624" cy="295248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BED995EB-59DB-EB48-B7EE-2992641F5233}"/>
                </a:ext>
              </a:extLst>
            </p:cNvPr>
            <p:cNvGrpSpPr/>
            <p:nvPr/>
          </p:nvGrpSpPr>
          <p:grpSpPr>
            <a:xfrm>
              <a:off x="7967207" y="3518619"/>
              <a:ext cx="4113063" cy="3442216"/>
              <a:chOff x="8078937" y="3743699"/>
              <a:chExt cx="3546066" cy="3009905"/>
            </a:xfrm>
          </p:grpSpPr>
          <p:pic>
            <p:nvPicPr>
              <p:cNvPr id="129" name="Graphic 128" descr="Cycle with people outline">
                <a:extLst>
                  <a:ext uri="{FF2B5EF4-FFF2-40B4-BE49-F238E27FC236}">
                    <a16:creationId xmlns:a16="http://schemas.microsoft.com/office/drawing/2014/main" id="{E90CD901-AF50-0F4A-9641-59A7CF2400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p:blipFill>
            <p:spPr>
              <a:xfrm>
                <a:off x="8996860" y="3743699"/>
                <a:ext cx="1052293" cy="1052293"/>
              </a:xfrm>
              <a:prstGeom prst="rect">
                <a:avLst/>
              </a:prstGeom>
            </p:spPr>
          </p:pic>
          <p:pic>
            <p:nvPicPr>
              <p:cNvPr id="131" name="Graphic 130" descr="Cycle with people outline">
                <a:extLst>
                  <a:ext uri="{FF2B5EF4-FFF2-40B4-BE49-F238E27FC236}">
                    <a16:creationId xmlns:a16="http://schemas.microsoft.com/office/drawing/2014/main" id="{17AC7EB1-AFFE-1A46-9601-605E8FD8E1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p:blipFill>
            <p:spPr>
              <a:xfrm>
                <a:off x="8078937" y="4190866"/>
                <a:ext cx="1210967" cy="1210967"/>
              </a:xfrm>
              <a:prstGeom prst="rect">
                <a:avLst/>
              </a:prstGeom>
            </p:spPr>
          </p:pic>
          <p:pic>
            <p:nvPicPr>
              <p:cNvPr id="133" name="Graphic 132" descr="Social network outline">
                <a:extLst>
                  <a:ext uri="{FF2B5EF4-FFF2-40B4-BE49-F238E27FC236}">
                    <a16:creationId xmlns:a16="http://schemas.microsoft.com/office/drawing/2014/main" id="{210D7448-A8EE-F142-864D-99482BA1DC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p:blipFill>
            <p:spPr>
              <a:xfrm>
                <a:off x="10036578" y="3852746"/>
                <a:ext cx="1588425" cy="1588425"/>
              </a:xfrm>
              <a:prstGeom prst="rect">
                <a:avLst/>
              </a:prstGeom>
            </p:spPr>
          </p:pic>
          <p:pic>
            <p:nvPicPr>
              <p:cNvPr id="134" name="Graphic 133" descr="Social network outline">
                <a:extLst>
                  <a:ext uri="{FF2B5EF4-FFF2-40B4-BE49-F238E27FC236}">
                    <a16:creationId xmlns:a16="http://schemas.microsoft.com/office/drawing/2014/main" id="{B62CD6EF-45FC-BD43-9589-BAAB1EAF93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p:blipFill>
            <p:spPr>
              <a:xfrm>
                <a:off x="8612414" y="5165179"/>
                <a:ext cx="1588425" cy="1588425"/>
              </a:xfrm>
              <a:prstGeom prst="rect">
                <a:avLst/>
              </a:prstGeom>
            </p:spPr>
          </p:pic>
          <p:pic>
            <p:nvPicPr>
              <p:cNvPr id="135" name="Graphic 134" descr="Cycle with people outline">
                <a:extLst>
                  <a:ext uri="{FF2B5EF4-FFF2-40B4-BE49-F238E27FC236}">
                    <a16:creationId xmlns:a16="http://schemas.microsoft.com/office/drawing/2014/main" id="{18737C56-3D42-1D4C-8837-3399BE2997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p:blipFill>
            <p:spPr>
              <a:xfrm>
                <a:off x="10215618" y="5149136"/>
                <a:ext cx="1052293" cy="1052293"/>
              </a:xfrm>
              <a:prstGeom prst="rect">
                <a:avLst/>
              </a:prstGeom>
            </p:spPr>
          </p:pic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DDD28ABF-A005-FE4D-9491-ADE41B0F82EA}"/>
                  </a:ext>
                </a:extLst>
              </p:cNvPr>
              <p:cNvCxnSpPr/>
              <p:nvPr/>
            </p:nvCxnSpPr>
            <p:spPr>
              <a:xfrm>
                <a:off x="8897990" y="4534709"/>
                <a:ext cx="20973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E7AF32ED-846C-0F41-9E98-B2F97AD92C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45004" y="5230409"/>
                <a:ext cx="210659" cy="17142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14ABA8BF-9F37-4349-9B99-DB5D09A652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43887" y="5252547"/>
                <a:ext cx="307442" cy="44213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D8FE3425-419A-2A4C-A18B-05B31D4F90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83290" y="5260446"/>
                <a:ext cx="36566" cy="34659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E2852147-6ED7-5343-9E1E-FE51F4E223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66558" y="5521402"/>
                <a:ext cx="484659" cy="26620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D2A5E3E6-E416-1E46-B9FC-D91982EAC6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761842" y="4940327"/>
                <a:ext cx="36566" cy="34659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D6BBCEA9-7D2B-8C4A-898D-1DAD13B84F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06" y="4067382"/>
                <a:ext cx="897067" cy="9071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3E079976-BD9D-D54D-A92C-14C85F9924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97321" y="4489295"/>
                <a:ext cx="25070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D1F0FC04-56AF-ED47-8F9B-53027F3760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06" y="4185610"/>
                <a:ext cx="494012" cy="213843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2E7D3FF-C3B5-1241-92F8-8DCDE8B22844}"/>
                  </a:ext>
                </a:extLst>
              </p:cNvPr>
              <p:cNvSpPr txBox="1"/>
              <p:nvPr/>
            </p:nvSpPr>
            <p:spPr>
              <a:xfrm>
                <a:off x="8941282" y="4614260"/>
                <a:ext cx="11702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JP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People &amp;</a:t>
                </a: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2285DCF-C7FA-AC4D-89BF-2FDA8E0F4662}"/>
                  </a:ext>
                </a:extLst>
              </p:cNvPr>
              <p:cNvSpPr txBox="1"/>
              <p:nvPr/>
            </p:nvSpPr>
            <p:spPr>
              <a:xfrm>
                <a:off x="9243434" y="4901081"/>
                <a:ext cx="11702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JP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Crowd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7A528E3B-E756-7B41-96D4-7DCE5DB55815}"/>
                  </a:ext>
                </a:extLst>
              </p:cNvPr>
              <p:cNvSpPr txBox="1"/>
              <p:nvPr/>
            </p:nvSpPr>
            <p:spPr>
              <a:xfrm>
                <a:off x="9445806" y="5190435"/>
                <a:ext cx="11702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JP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Sourcing</a:t>
                </a:r>
              </a:p>
            </p:txBody>
          </p:sp>
        </p:grpSp>
        <p:cxnSp>
          <p:nvCxnSpPr>
            <p:cNvPr id="164" name="Elbow Connector 163">
              <a:extLst>
                <a:ext uri="{FF2B5EF4-FFF2-40B4-BE49-F238E27FC236}">
                  <a16:creationId xmlns:a16="http://schemas.microsoft.com/office/drawing/2014/main" id="{8652166E-C78B-8E44-92BC-438E27AD0D5A}"/>
                </a:ext>
              </a:extLst>
            </p:cNvPr>
            <p:cNvCxnSpPr>
              <a:cxnSpLocks/>
            </p:cNvCxnSpPr>
            <p:nvPr/>
          </p:nvCxnSpPr>
          <p:spPr>
            <a:xfrm>
              <a:off x="8205902" y="3539671"/>
              <a:ext cx="2096716" cy="210953"/>
            </a:xfrm>
            <a:prstGeom prst="bentConnector3">
              <a:avLst>
                <a:gd name="adj1" fmla="val 100045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4C9123A0-8093-434D-A5C8-78019CDFF899}"/>
                </a:ext>
              </a:extLst>
            </p:cNvPr>
            <p:cNvSpPr/>
            <p:nvPr/>
          </p:nvSpPr>
          <p:spPr>
            <a:xfrm rot="10800000">
              <a:off x="10208872" y="3604824"/>
              <a:ext cx="194872" cy="19487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C60A9813-5221-504F-B8F1-11C2AF91209D}"/>
              </a:ext>
            </a:extLst>
          </p:cNvPr>
          <p:cNvSpPr txBox="1"/>
          <p:nvPr/>
        </p:nvSpPr>
        <p:spPr>
          <a:xfrm>
            <a:off x="11080455" y="1676632"/>
            <a:ext cx="1204029" cy="40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Field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CF7C774-70A0-0F43-BB3E-30F7C538D29C}"/>
              </a:ext>
            </a:extLst>
          </p:cNvPr>
          <p:cNvSpPr txBox="1"/>
          <p:nvPr/>
        </p:nvSpPr>
        <p:spPr>
          <a:xfrm>
            <a:off x="10871492" y="3154906"/>
            <a:ext cx="12040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Research Area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BD5F6DC-7F32-BE40-9250-6B35B8F390CB}"/>
              </a:ext>
            </a:extLst>
          </p:cNvPr>
          <p:cNvSpPr txBox="1"/>
          <p:nvPr/>
        </p:nvSpPr>
        <p:spPr>
          <a:xfrm>
            <a:off x="10894034" y="4763716"/>
            <a:ext cx="12040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Related Research Area</a:t>
            </a:r>
          </a:p>
        </p:txBody>
      </p:sp>
    </p:spTree>
    <p:extLst>
      <p:ext uri="{BB962C8B-B14F-4D97-AF65-F5344CB8AC3E}">
        <p14:creationId xmlns:p14="http://schemas.microsoft.com/office/powerpoint/2010/main" val="2483128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72">
            <a:extLst>
              <a:ext uri="{FF2B5EF4-FFF2-40B4-BE49-F238E27FC236}">
                <a16:creationId xmlns:a16="http://schemas.microsoft.com/office/drawing/2014/main" id="{C60A9813-5221-504F-B8F1-11C2AF91209D}"/>
              </a:ext>
            </a:extLst>
          </p:cNvPr>
          <p:cNvSpPr txBox="1"/>
          <p:nvPr/>
        </p:nvSpPr>
        <p:spPr>
          <a:xfrm>
            <a:off x="11241298" y="1911227"/>
            <a:ext cx="1204029" cy="40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Field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CF7C774-70A0-0F43-BB3E-30F7C538D29C}"/>
              </a:ext>
            </a:extLst>
          </p:cNvPr>
          <p:cNvSpPr txBox="1"/>
          <p:nvPr/>
        </p:nvSpPr>
        <p:spPr>
          <a:xfrm>
            <a:off x="10951424" y="3373679"/>
            <a:ext cx="1204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Research Area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BD5F6DC-7F32-BE40-9250-6B35B8F390CB}"/>
              </a:ext>
            </a:extLst>
          </p:cNvPr>
          <p:cNvSpPr txBox="1"/>
          <p:nvPr/>
        </p:nvSpPr>
        <p:spPr>
          <a:xfrm>
            <a:off x="10951424" y="4645252"/>
            <a:ext cx="1204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Related Research Area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E83C9F3-E619-0246-9260-040501180C5C}"/>
              </a:ext>
            </a:extLst>
          </p:cNvPr>
          <p:cNvSpPr txBox="1"/>
          <p:nvPr/>
        </p:nvSpPr>
        <p:spPr>
          <a:xfrm>
            <a:off x="4101457" y="440572"/>
            <a:ext cx="3008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b="1" dirty="0">
                <a:solidFill>
                  <a:schemeClr val="accent1">
                    <a:lumMod val="75000"/>
                  </a:schemeClr>
                </a:solidFill>
              </a:rPr>
              <a:t>Intercultural Collaboration</a:t>
            </a:r>
          </a:p>
        </p:txBody>
      </p:sp>
      <p:pic>
        <p:nvPicPr>
          <p:cNvPr id="89" name="図 74">
            <a:extLst>
              <a:ext uri="{FF2B5EF4-FFF2-40B4-BE49-F238E27FC236}">
                <a16:creationId xmlns:a16="http://schemas.microsoft.com/office/drawing/2014/main" id="{CB5A6430-78B8-5849-BC7F-12AF092FE8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" r="10950" b="10540"/>
          <a:stretch/>
        </p:blipFill>
        <p:spPr>
          <a:xfrm>
            <a:off x="7439699" y="862344"/>
            <a:ext cx="3480155" cy="27055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0" name="図 75">
            <a:extLst>
              <a:ext uri="{FF2B5EF4-FFF2-40B4-BE49-F238E27FC236}">
                <a16:creationId xmlns:a16="http://schemas.microsoft.com/office/drawing/2014/main" id="{C994060C-5E00-2049-A636-BCC1917DA0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" r="1803"/>
          <a:stretch/>
        </p:blipFill>
        <p:spPr>
          <a:xfrm>
            <a:off x="3583451" y="860784"/>
            <a:ext cx="3838448" cy="27086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8" name="図 23" descr="ノートパソコンで作業をしている人たち&#10;&#10;自動的に生成された説明">
            <a:extLst>
              <a:ext uri="{FF2B5EF4-FFF2-40B4-BE49-F238E27FC236}">
                <a16:creationId xmlns:a16="http://schemas.microsoft.com/office/drawing/2014/main" id="{FAD276FA-0906-C344-8C14-2CF6864DC1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50" t="4812" r="6381" b="-1"/>
          <a:stretch/>
        </p:blipFill>
        <p:spPr>
          <a:xfrm>
            <a:off x="67648" y="861754"/>
            <a:ext cx="3502649" cy="27086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5" name="正方形/長方形 5">
            <a:extLst>
              <a:ext uri="{FF2B5EF4-FFF2-40B4-BE49-F238E27FC236}">
                <a16:creationId xmlns:a16="http://schemas.microsoft.com/office/drawing/2014/main" id="{EBF7A9DD-528B-3A40-889C-79E09CDFBAC1}"/>
              </a:ext>
            </a:extLst>
          </p:cNvPr>
          <p:cNvSpPr/>
          <p:nvPr/>
        </p:nvSpPr>
        <p:spPr>
          <a:xfrm>
            <a:off x="70349" y="860146"/>
            <a:ext cx="10849505" cy="2709312"/>
          </a:xfrm>
          <a:prstGeom prst="rect">
            <a:avLst/>
          </a:prstGeom>
          <a:solidFill>
            <a:srgbClr val="7F7F7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87F3FD4-C9A9-DC48-9636-58B0F2E1C9C2}"/>
              </a:ext>
            </a:extLst>
          </p:cNvPr>
          <p:cNvSpPr txBox="1"/>
          <p:nvPr/>
        </p:nvSpPr>
        <p:spPr>
          <a:xfrm>
            <a:off x="4683880" y="-480651"/>
            <a:ext cx="3256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b="1" dirty="0">
                <a:solidFill>
                  <a:schemeClr val="bg1"/>
                </a:solidFill>
              </a:rPr>
              <a:t>Intercultural Collaboration</a:t>
            </a:r>
          </a:p>
        </p:txBody>
      </p:sp>
      <p:pic>
        <p:nvPicPr>
          <p:cNvPr id="11" name="Graphic 10" descr="Cloud with solid fill">
            <a:extLst>
              <a:ext uri="{FF2B5EF4-FFF2-40B4-BE49-F238E27FC236}">
                <a16:creationId xmlns:a16="http://schemas.microsoft.com/office/drawing/2014/main" id="{2874F30F-120A-9645-9700-872BFA1445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0870" y="2133432"/>
            <a:ext cx="3340644" cy="26229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FA0BE3-015E-DD40-BE9F-EFF1C0E0177A}"/>
              </a:ext>
            </a:extLst>
          </p:cNvPr>
          <p:cNvSpPr txBox="1"/>
          <p:nvPr/>
        </p:nvSpPr>
        <p:spPr>
          <a:xfrm>
            <a:off x="4730088" y="3132036"/>
            <a:ext cx="15584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400" dirty="0">
                <a:solidFill>
                  <a:schemeClr val="accent1">
                    <a:lumMod val="75000"/>
                  </a:schemeClr>
                </a:solidFill>
              </a:rPr>
              <a:t>Services </a:t>
            </a:r>
          </a:p>
          <a:p>
            <a:pPr algn="ctr"/>
            <a:r>
              <a:rPr lang="en-JP" sz="2400" dirty="0">
                <a:solidFill>
                  <a:schemeClr val="accent1">
                    <a:lumMod val="75000"/>
                  </a:schemeClr>
                </a:solidFill>
              </a:rPr>
              <a:t>Computing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FC529D2B-CD28-7140-B28C-901C76D25750}"/>
              </a:ext>
            </a:extLst>
          </p:cNvPr>
          <p:cNvCxnSpPr>
            <a:cxnSpLocks/>
            <a:endCxn id="17" idx="4"/>
          </p:cNvCxnSpPr>
          <p:nvPr/>
        </p:nvCxnSpPr>
        <p:spPr>
          <a:xfrm flipV="1">
            <a:off x="6962760" y="2629308"/>
            <a:ext cx="3947159" cy="972300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7413428-95C1-994C-A722-A69388A8D26F}"/>
              </a:ext>
            </a:extLst>
          </p:cNvPr>
          <p:cNvSpPr/>
          <p:nvPr/>
        </p:nvSpPr>
        <p:spPr>
          <a:xfrm>
            <a:off x="10837366" y="2484203"/>
            <a:ext cx="145105" cy="1451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8D2F79BB-D7F1-7C4F-8A56-6B697B384682}"/>
              </a:ext>
            </a:extLst>
          </p:cNvPr>
          <p:cNvCxnSpPr>
            <a:cxnSpLocks/>
          </p:cNvCxnSpPr>
          <p:nvPr/>
        </p:nvCxnSpPr>
        <p:spPr>
          <a:xfrm flipV="1">
            <a:off x="6965519" y="3323653"/>
            <a:ext cx="3725640" cy="277634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D908630-EFF3-1040-A6E8-F3B3625F9AEE}"/>
              </a:ext>
            </a:extLst>
          </p:cNvPr>
          <p:cNvSpPr/>
          <p:nvPr/>
        </p:nvSpPr>
        <p:spPr>
          <a:xfrm>
            <a:off x="10637375" y="3184826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1CDAAE3E-4941-554B-99CA-DC3C957913E4}"/>
              </a:ext>
            </a:extLst>
          </p:cNvPr>
          <p:cNvCxnSpPr>
            <a:cxnSpLocks/>
            <a:endCxn id="23" idx="4"/>
          </p:cNvCxnSpPr>
          <p:nvPr/>
        </p:nvCxnSpPr>
        <p:spPr>
          <a:xfrm rot="10800000" flipV="1">
            <a:off x="650924" y="3720008"/>
            <a:ext cx="2461612" cy="1003490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13249DF-4779-9244-9766-991B9054886E}"/>
              </a:ext>
            </a:extLst>
          </p:cNvPr>
          <p:cNvSpPr/>
          <p:nvPr/>
        </p:nvSpPr>
        <p:spPr>
          <a:xfrm rot="10800000">
            <a:off x="581510" y="4723498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563B826B-F6EB-EE4C-91D8-C24A23996E2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09939" y="3719386"/>
            <a:ext cx="1553310" cy="253439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800C3D02-33CE-1F43-AB7D-63D0346052C7}"/>
              </a:ext>
            </a:extLst>
          </p:cNvPr>
          <p:cNvCxnSpPr>
            <a:cxnSpLocks/>
            <a:endCxn id="32" idx="4"/>
          </p:cNvCxnSpPr>
          <p:nvPr/>
        </p:nvCxnSpPr>
        <p:spPr>
          <a:xfrm rot="10800000">
            <a:off x="72488" y="3418108"/>
            <a:ext cx="4028969" cy="164031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D96189F8-36B0-A544-8918-50D8DE31FDB4}"/>
              </a:ext>
            </a:extLst>
          </p:cNvPr>
          <p:cNvSpPr/>
          <p:nvPr/>
        </p:nvSpPr>
        <p:spPr>
          <a:xfrm>
            <a:off x="3073" y="3279280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34" name="Graphic 33" descr="Robot outline">
            <a:extLst>
              <a:ext uri="{FF2B5EF4-FFF2-40B4-BE49-F238E27FC236}">
                <a16:creationId xmlns:a16="http://schemas.microsoft.com/office/drawing/2014/main" id="{46155F2A-E434-FD46-9F07-57E835A7D3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8970" y="4020010"/>
            <a:ext cx="2012164" cy="2012165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27B9DBF2-EB07-8942-BF59-46F1E6AB91BC}"/>
              </a:ext>
            </a:extLst>
          </p:cNvPr>
          <p:cNvGrpSpPr/>
          <p:nvPr/>
        </p:nvGrpSpPr>
        <p:grpSpPr>
          <a:xfrm>
            <a:off x="5069981" y="4915181"/>
            <a:ext cx="1330723" cy="971792"/>
            <a:chOff x="8827419" y="3911056"/>
            <a:chExt cx="1443983" cy="1383493"/>
          </a:xfrm>
        </p:grpSpPr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5D0F5595-E6D0-734F-A821-39A57D355017}"/>
                </a:ext>
              </a:extLst>
            </p:cNvPr>
            <p:cNvSpPr/>
            <p:nvPr/>
          </p:nvSpPr>
          <p:spPr>
            <a:xfrm rot="5400000">
              <a:off x="8499423" y="4242216"/>
              <a:ext cx="1380329" cy="724338"/>
            </a:xfrm>
            <a:prstGeom prst="parallelogram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2E54F17C-1485-284B-9B5B-B651638032D8}"/>
                </a:ext>
              </a:extLst>
            </p:cNvPr>
            <p:cNvSpPr/>
            <p:nvPr/>
          </p:nvSpPr>
          <p:spPr>
            <a:xfrm rot="5400000" flipV="1">
              <a:off x="9221415" y="4241399"/>
              <a:ext cx="1380329" cy="719644"/>
            </a:xfrm>
            <a:prstGeom prst="parallelogram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47E8BDC-A2BD-3240-9BCC-D6F30E501CE2}"/>
              </a:ext>
            </a:extLst>
          </p:cNvPr>
          <p:cNvSpPr txBox="1"/>
          <p:nvPr/>
        </p:nvSpPr>
        <p:spPr>
          <a:xfrm rot="21324645">
            <a:off x="5820115" y="5036757"/>
            <a:ext cx="681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3200" b="1" dirty="0">
                <a:solidFill>
                  <a:schemeClr val="accent1">
                    <a:lumMod val="75000"/>
                  </a:schemeClr>
                </a:solidFill>
              </a:rPr>
              <a:t>AI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E9F01A-A4CF-5646-96D1-5C75A42875E5}"/>
              </a:ext>
            </a:extLst>
          </p:cNvPr>
          <p:cNvSpPr txBox="1"/>
          <p:nvPr/>
        </p:nvSpPr>
        <p:spPr>
          <a:xfrm rot="467502">
            <a:off x="5178882" y="5394636"/>
            <a:ext cx="66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solidFill>
                  <a:schemeClr val="accent1">
                    <a:lumMod val="75000"/>
                  </a:schemeClr>
                </a:solidFill>
              </a:rPr>
              <a:t>NLP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690C69-F28E-CD4E-89F9-8F96701C4BF2}"/>
              </a:ext>
            </a:extLst>
          </p:cNvPr>
          <p:cNvSpPr txBox="1"/>
          <p:nvPr/>
        </p:nvSpPr>
        <p:spPr>
          <a:xfrm rot="392287">
            <a:off x="5123314" y="5050952"/>
            <a:ext cx="66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solidFill>
                  <a:schemeClr val="accent1">
                    <a:lumMod val="75000"/>
                  </a:schemeClr>
                </a:solidFill>
              </a:rPr>
              <a:t>ML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F34846EB-0D8E-B449-9B34-7D87D6BA723C}"/>
              </a:ext>
            </a:extLst>
          </p:cNvPr>
          <p:cNvCxnSpPr>
            <a:cxnSpLocks/>
          </p:cNvCxnSpPr>
          <p:nvPr/>
        </p:nvCxnSpPr>
        <p:spPr>
          <a:xfrm rot="5400000">
            <a:off x="5007787" y="4316444"/>
            <a:ext cx="440870" cy="1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phic 52" descr="Wi-Fi outline">
            <a:extLst>
              <a:ext uri="{FF2B5EF4-FFF2-40B4-BE49-F238E27FC236}">
                <a16:creationId xmlns:a16="http://schemas.microsoft.com/office/drawing/2014/main" id="{656558A2-A138-2146-A4DE-6170BFA692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13222" y="4361937"/>
            <a:ext cx="651421" cy="65142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F047A7A-DDA9-BC4E-B20F-A5948AB992AE}"/>
              </a:ext>
            </a:extLst>
          </p:cNvPr>
          <p:cNvSpPr txBox="1"/>
          <p:nvPr/>
        </p:nvSpPr>
        <p:spPr>
          <a:xfrm>
            <a:off x="1710161" y="4730214"/>
            <a:ext cx="891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3200" b="1" dirty="0">
                <a:solidFill>
                  <a:schemeClr val="accent1">
                    <a:lumMod val="75000"/>
                  </a:schemeClr>
                </a:solidFill>
              </a:rPr>
              <a:t>IOT</a:t>
            </a:r>
          </a:p>
        </p:txBody>
      </p:sp>
      <p:pic>
        <p:nvPicPr>
          <p:cNvPr id="60" name="Graphic 59" descr="Work from home Wi-Fi with solid fill">
            <a:extLst>
              <a:ext uri="{FF2B5EF4-FFF2-40B4-BE49-F238E27FC236}">
                <a16:creationId xmlns:a16="http://schemas.microsoft.com/office/drawing/2014/main" id="{0571F5E0-99E8-914F-B8A2-15E310527A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43560" y="4003963"/>
            <a:ext cx="325711" cy="325711"/>
          </a:xfrm>
          <a:prstGeom prst="rect">
            <a:avLst/>
          </a:prstGeom>
        </p:spPr>
      </p:pic>
      <p:pic>
        <p:nvPicPr>
          <p:cNvPr id="62" name="Graphic 61" descr="Thermometer with solid fill">
            <a:extLst>
              <a:ext uri="{FF2B5EF4-FFF2-40B4-BE49-F238E27FC236}">
                <a16:creationId xmlns:a16="http://schemas.microsoft.com/office/drawing/2014/main" id="{778B4E68-03EF-6E4D-87AF-F685F631A2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8553" y="4407267"/>
            <a:ext cx="320705" cy="320705"/>
          </a:xfrm>
          <a:prstGeom prst="rect">
            <a:avLst/>
          </a:prstGeom>
        </p:spPr>
      </p:pic>
      <p:pic>
        <p:nvPicPr>
          <p:cNvPr id="64" name="Graphic 63" descr="Lights On with solid fill">
            <a:extLst>
              <a:ext uri="{FF2B5EF4-FFF2-40B4-BE49-F238E27FC236}">
                <a16:creationId xmlns:a16="http://schemas.microsoft.com/office/drawing/2014/main" id="{E63BD083-F3B4-3B4A-8191-5DC577008CF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90127" y="4104536"/>
            <a:ext cx="363687" cy="363688"/>
          </a:xfrm>
          <a:prstGeom prst="rect">
            <a:avLst/>
          </a:prstGeom>
        </p:spPr>
      </p:pic>
      <p:pic>
        <p:nvPicPr>
          <p:cNvPr id="66" name="Graphic 65" descr="Security camera with solid fill">
            <a:extLst>
              <a:ext uri="{FF2B5EF4-FFF2-40B4-BE49-F238E27FC236}">
                <a16:creationId xmlns:a16="http://schemas.microsoft.com/office/drawing/2014/main" id="{18DF6839-244F-F342-8224-857F002A22E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274564" y="4384561"/>
            <a:ext cx="378917" cy="378917"/>
          </a:xfrm>
          <a:prstGeom prst="rect">
            <a:avLst/>
          </a:prstGeom>
        </p:spPr>
      </p:pic>
      <p:pic>
        <p:nvPicPr>
          <p:cNvPr id="68" name="Graphic 67" descr="Chat with solid fill">
            <a:extLst>
              <a:ext uri="{FF2B5EF4-FFF2-40B4-BE49-F238E27FC236}">
                <a16:creationId xmlns:a16="http://schemas.microsoft.com/office/drawing/2014/main" id="{79685691-7DA0-6F48-BAA0-6FC5932FC17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23382" y="4989651"/>
            <a:ext cx="473869" cy="473869"/>
          </a:xfrm>
          <a:prstGeom prst="rect">
            <a:avLst/>
          </a:prstGeom>
        </p:spPr>
      </p:pic>
      <p:pic>
        <p:nvPicPr>
          <p:cNvPr id="70" name="Graphic 69" descr="Envelope with solid fill">
            <a:extLst>
              <a:ext uri="{FF2B5EF4-FFF2-40B4-BE49-F238E27FC236}">
                <a16:creationId xmlns:a16="http://schemas.microsoft.com/office/drawing/2014/main" id="{AB762C87-6601-4A47-9EE3-AE615035E98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41439" y="5200445"/>
            <a:ext cx="370206" cy="370206"/>
          </a:xfrm>
          <a:prstGeom prst="rect">
            <a:avLst/>
          </a:prstGeom>
        </p:spPr>
      </p:pic>
      <p:pic>
        <p:nvPicPr>
          <p:cNvPr id="72" name="Graphic 71" descr="Car with solid fill">
            <a:extLst>
              <a:ext uri="{FF2B5EF4-FFF2-40B4-BE49-F238E27FC236}">
                <a16:creationId xmlns:a16="http://schemas.microsoft.com/office/drawing/2014/main" id="{10E20417-F80C-7E41-A877-255BC993106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717227" y="5393855"/>
            <a:ext cx="531544" cy="531544"/>
          </a:xfrm>
          <a:prstGeom prst="rect">
            <a:avLst/>
          </a:prstGeom>
        </p:spPr>
      </p:pic>
      <p:pic>
        <p:nvPicPr>
          <p:cNvPr id="74" name="Graphic 73" descr="World with solid fill">
            <a:extLst>
              <a:ext uri="{FF2B5EF4-FFF2-40B4-BE49-F238E27FC236}">
                <a16:creationId xmlns:a16="http://schemas.microsoft.com/office/drawing/2014/main" id="{3CA3B10C-B046-B74D-8C08-1115956E016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63348" y="5391685"/>
            <a:ext cx="446946" cy="446946"/>
          </a:xfrm>
          <a:prstGeom prst="rect">
            <a:avLst/>
          </a:prstGeom>
        </p:spPr>
      </p:pic>
      <p:pic>
        <p:nvPicPr>
          <p:cNvPr id="76" name="Graphic 75" descr="Database with solid fill">
            <a:extLst>
              <a:ext uri="{FF2B5EF4-FFF2-40B4-BE49-F238E27FC236}">
                <a16:creationId xmlns:a16="http://schemas.microsoft.com/office/drawing/2014/main" id="{BEB32BCC-F763-4448-8743-65830FB083C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573701" y="5365155"/>
            <a:ext cx="467417" cy="467417"/>
          </a:xfrm>
          <a:prstGeom prst="rect">
            <a:avLst/>
          </a:prstGeom>
        </p:spPr>
      </p:pic>
      <p:pic>
        <p:nvPicPr>
          <p:cNvPr id="78" name="Graphic 77" descr="Dog Food Bowl with solid fill">
            <a:extLst>
              <a:ext uri="{FF2B5EF4-FFF2-40B4-BE49-F238E27FC236}">
                <a16:creationId xmlns:a16="http://schemas.microsoft.com/office/drawing/2014/main" id="{208F187E-F5E4-AF4A-B397-4A89BE31DD7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617557" y="4048821"/>
            <a:ext cx="325711" cy="325711"/>
          </a:xfrm>
          <a:prstGeom prst="rect">
            <a:avLst/>
          </a:prstGeom>
        </p:spPr>
      </p:pic>
      <p:pic>
        <p:nvPicPr>
          <p:cNvPr id="80" name="Graphic 79" descr="Game controller with solid fill">
            <a:extLst>
              <a:ext uri="{FF2B5EF4-FFF2-40B4-BE49-F238E27FC236}">
                <a16:creationId xmlns:a16="http://schemas.microsoft.com/office/drawing/2014/main" id="{790AD00F-6FDB-4F48-A568-BF3F5D6C27E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61383" y="3882046"/>
            <a:ext cx="457341" cy="457341"/>
          </a:xfrm>
          <a:prstGeom prst="rect">
            <a:avLst/>
          </a:prstGeom>
        </p:spPr>
      </p:pic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5EF0DD5-2935-D54A-BA8E-3C6D2503B5AA}"/>
              </a:ext>
            </a:extLst>
          </p:cNvPr>
          <p:cNvCxnSpPr>
            <a:cxnSpLocks/>
            <a:stCxn id="60" idx="2"/>
          </p:cNvCxnSpPr>
          <p:nvPr/>
        </p:nvCxnSpPr>
        <p:spPr>
          <a:xfrm rot="16200000" flipH="1">
            <a:off x="1672912" y="4363176"/>
            <a:ext cx="475097" cy="408092"/>
          </a:xfrm>
          <a:prstGeom prst="bentConnector3">
            <a:avLst>
              <a:gd name="adj1" fmla="val 3201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CD1ED5ED-DDE7-3949-9C7D-4EA0D5C1B1A8}"/>
              </a:ext>
            </a:extLst>
          </p:cNvPr>
          <p:cNvCxnSpPr>
            <a:cxnSpLocks/>
            <a:endCxn id="70" idx="1"/>
          </p:cNvCxnSpPr>
          <p:nvPr/>
        </p:nvCxnSpPr>
        <p:spPr>
          <a:xfrm rot="16200000" flipH="1">
            <a:off x="2152757" y="5196865"/>
            <a:ext cx="191818" cy="18554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94A021D4-67FF-AB48-82D5-443E752D2500}"/>
              </a:ext>
            </a:extLst>
          </p:cNvPr>
          <p:cNvCxnSpPr/>
          <p:nvPr/>
        </p:nvCxnSpPr>
        <p:spPr>
          <a:xfrm rot="16200000" flipH="1">
            <a:off x="1209475" y="4169461"/>
            <a:ext cx="400540" cy="449479"/>
          </a:xfrm>
          <a:prstGeom prst="bentConnector3">
            <a:avLst>
              <a:gd name="adj1" fmla="val 579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BE31F75C-3427-584B-9B05-54AB2061F781}"/>
              </a:ext>
            </a:extLst>
          </p:cNvPr>
          <p:cNvCxnSpPr>
            <a:cxnSpLocks/>
          </p:cNvCxnSpPr>
          <p:nvPr/>
        </p:nvCxnSpPr>
        <p:spPr>
          <a:xfrm>
            <a:off x="2093631" y="5206760"/>
            <a:ext cx="623596" cy="442188"/>
          </a:xfrm>
          <a:prstGeom prst="bentConnector3">
            <a:avLst>
              <a:gd name="adj1" fmla="val 33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657C6666-5384-8645-A24E-4E335321D203}"/>
              </a:ext>
            </a:extLst>
          </p:cNvPr>
          <p:cNvCxnSpPr>
            <a:cxnSpLocks/>
            <a:stCxn id="62" idx="2"/>
          </p:cNvCxnSpPr>
          <p:nvPr/>
        </p:nvCxnSpPr>
        <p:spPr>
          <a:xfrm rot="16200000" flipH="1">
            <a:off x="1225150" y="4391728"/>
            <a:ext cx="178385" cy="85087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D67DE97E-B221-8143-88F7-2CE3E7758325}"/>
              </a:ext>
            </a:extLst>
          </p:cNvPr>
          <p:cNvCxnSpPr>
            <a:cxnSpLocks/>
          </p:cNvCxnSpPr>
          <p:nvPr/>
        </p:nvCxnSpPr>
        <p:spPr>
          <a:xfrm flipV="1">
            <a:off x="1415416" y="5200446"/>
            <a:ext cx="478347" cy="256547"/>
          </a:xfrm>
          <a:prstGeom prst="bentConnector3">
            <a:avLst>
              <a:gd name="adj1" fmla="val 3214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A6CD84D2-52C8-884A-95BE-B9F32A756948}"/>
              </a:ext>
            </a:extLst>
          </p:cNvPr>
          <p:cNvCxnSpPr>
            <a:cxnSpLocks/>
            <a:endCxn id="76" idx="0"/>
          </p:cNvCxnSpPr>
          <p:nvPr/>
        </p:nvCxnSpPr>
        <p:spPr>
          <a:xfrm rot="5400000">
            <a:off x="1806261" y="5195075"/>
            <a:ext cx="171229" cy="16893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00E462E5-FC4E-814E-9E29-4C3D94EDDAE2}"/>
              </a:ext>
            </a:extLst>
          </p:cNvPr>
          <p:cNvCxnSpPr>
            <a:cxnSpLocks/>
            <a:stCxn id="68" idx="3"/>
            <a:endCxn id="55" idx="1"/>
          </p:cNvCxnSpPr>
          <p:nvPr/>
        </p:nvCxnSpPr>
        <p:spPr>
          <a:xfrm flipV="1">
            <a:off x="897251" y="5022602"/>
            <a:ext cx="812910" cy="20398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9E15AD51-99ED-CF4E-A610-CAED96AB0BA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313807" y="4331339"/>
            <a:ext cx="476469" cy="44667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24AD1E2A-F46E-D54D-B545-F975F060695F}"/>
              </a:ext>
            </a:extLst>
          </p:cNvPr>
          <p:cNvCxnSpPr>
            <a:cxnSpLocks/>
            <a:endCxn id="66" idx="1"/>
          </p:cNvCxnSpPr>
          <p:nvPr/>
        </p:nvCxnSpPr>
        <p:spPr>
          <a:xfrm flipV="1">
            <a:off x="2422802" y="4574020"/>
            <a:ext cx="851762" cy="28734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C52F8150-9A37-FA44-B040-6CE3888FC66A}"/>
              </a:ext>
            </a:extLst>
          </p:cNvPr>
          <p:cNvCxnSpPr>
            <a:cxnSpLocks/>
            <a:endCxn id="64" idx="2"/>
          </p:cNvCxnSpPr>
          <p:nvPr/>
        </p:nvCxnSpPr>
        <p:spPr>
          <a:xfrm rot="5400000" flipH="1" flipV="1">
            <a:off x="2086772" y="4602827"/>
            <a:ext cx="319802" cy="5059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Smart Phone with solid fill">
            <a:extLst>
              <a:ext uri="{FF2B5EF4-FFF2-40B4-BE49-F238E27FC236}">
                <a16:creationId xmlns:a16="http://schemas.microsoft.com/office/drawing/2014/main" id="{DF113E89-B202-9845-812E-0DB0F0014CB4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974178" y="4992398"/>
            <a:ext cx="486883" cy="486883"/>
          </a:xfrm>
          <a:prstGeom prst="rect">
            <a:avLst/>
          </a:prstGeom>
        </p:spPr>
      </p:pic>
      <p:cxnSp>
        <p:nvCxnSpPr>
          <p:cNvPr id="122" name="Elbow Connector 121">
            <a:extLst>
              <a:ext uri="{FF2B5EF4-FFF2-40B4-BE49-F238E27FC236}">
                <a16:creationId xmlns:a16="http://schemas.microsoft.com/office/drawing/2014/main" id="{60678E5B-518A-484C-82D9-7E1A12356E89}"/>
              </a:ext>
            </a:extLst>
          </p:cNvPr>
          <p:cNvCxnSpPr>
            <a:cxnSpLocks/>
          </p:cNvCxnSpPr>
          <p:nvPr/>
        </p:nvCxnSpPr>
        <p:spPr>
          <a:xfrm>
            <a:off x="2364134" y="5037131"/>
            <a:ext cx="713560" cy="2103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ED995EB-59DB-EB48-B7EE-2992641F5233}"/>
              </a:ext>
            </a:extLst>
          </p:cNvPr>
          <p:cNvGrpSpPr/>
          <p:nvPr/>
        </p:nvGrpSpPr>
        <p:grpSpPr>
          <a:xfrm>
            <a:off x="7725067" y="3851641"/>
            <a:ext cx="2930158" cy="2452246"/>
            <a:chOff x="8078937" y="3743699"/>
            <a:chExt cx="3546066" cy="3009905"/>
          </a:xfrm>
        </p:grpSpPr>
        <p:pic>
          <p:nvPicPr>
            <p:cNvPr id="129" name="Graphic 128" descr="Cycle with people outline">
              <a:extLst>
                <a:ext uri="{FF2B5EF4-FFF2-40B4-BE49-F238E27FC236}">
                  <a16:creationId xmlns:a16="http://schemas.microsoft.com/office/drawing/2014/main" id="{E90CD901-AF50-0F4A-9641-59A7CF240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8996860" y="3743699"/>
              <a:ext cx="1052293" cy="1052293"/>
            </a:xfrm>
            <a:prstGeom prst="rect">
              <a:avLst/>
            </a:prstGeom>
          </p:spPr>
        </p:pic>
        <p:pic>
          <p:nvPicPr>
            <p:cNvPr id="131" name="Graphic 130" descr="Cycle with people outline">
              <a:extLst>
                <a:ext uri="{FF2B5EF4-FFF2-40B4-BE49-F238E27FC236}">
                  <a16:creationId xmlns:a16="http://schemas.microsoft.com/office/drawing/2014/main" id="{17AC7EB1-AFFE-1A46-9601-605E8FD8E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078937" y="4190866"/>
              <a:ext cx="1210967" cy="1210967"/>
            </a:xfrm>
            <a:prstGeom prst="rect">
              <a:avLst/>
            </a:prstGeom>
          </p:spPr>
        </p:pic>
        <p:pic>
          <p:nvPicPr>
            <p:cNvPr id="133" name="Graphic 132" descr="Social network outline">
              <a:extLst>
                <a:ext uri="{FF2B5EF4-FFF2-40B4-BE49-F238E27FC236}">
                  <a16:creationId xmlns:a16="http://schemas.microsoft.com/office/drawing/2014/main" id="{210D7448-A8EE-F142-864D-99482BA1D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10036578" y="3852746"/>
              <a:ext cx="1588425" cy="1588425"/>
            </a:xfrm>
            <a:prstGeom prst="rect">
              <a:avLst/>
            </a:prstGeom>
          </p:spPr>
        </p:pic>
        <p:pic>
          <p:nvPicPr>
            <p:cNvPr id="134" name="Graphic 133" descr="Social network outline">
              <a:extLst>
                <a:ext uri="{FF2B5EF4-FFF2-40B4-BE49-F238E27FC236}">
                  <a16:creationId xmlns:a16="http://schemas.microsoft.com/office/drawing/2014/main" id="{B62CD6EF-45FC-BD43-9589-BAAB1EAF9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8612414" y="5165179"/>
              <a:ext cx="1588425" cy="1588425"/>
            </a:xfrm>
            <a:prstGeom prst="rect">
              <a:avLst/>
            </a:prstGeom>
          </p:spPr>
        </p:pic>
        <p:pic>
          <p:nvPicPr>
            <p:cNvPr id="135" name="Graphic 134" descr="Cycle with people outline">
              <a:extLst>
                <a:ext uri="{FF2B5EF4-FFF2-40B4-BE49-F238E27FC236}">
                  <a16:creationId xmlns:a16="http://schemas.microsoft.com/office/drawing/2014/main" id="{18737C56-3D42-1D4C-8837-3399BE299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10215618" y="5149136"/>
              <a:ext cx="1052293" cy="1052293"/>
            </a:xfrm>
            <a:prstGeom prst="rect">
              <a:avLst/>
            </a:prstGeom>
          </p:spPr>
        </p:pic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DDD28ABF-A005-FE4D-9491-ADE41B0F82EA}"/>
                </a:ext>
              </a:extLst>
            </p:cNvPr>
            <p:cNvCxnSpPr/>
            <p:nvPr/>
          </p:nvCxnSpPr>
          <p:spPr>
            <a:xfrm>
              <a:off x="8897990" y="4534709"/>
              <a:ext cx="20973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7AF32ED-846C-0F41-9E98-B2F97AD92CCF}"/>
                </a:ext>
              </a:extLst>
            </p:cNvPr>
            <p:cNvCxnSpPr>
              <a:cxnSpLocks/>
            </p:cNvCxnSpPr>
            <p:nvPr/>
          </p:nvCxnSpPr>
          <p:spPr>
            <a:xfrm>
              <a:off x="9045004" y="5230409"/>
              <a:ext cx="210659" cy="1714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14ABA8BF-9F37-4349-9B99-DB5D09A6525A}"/>
                </a:ext>
              </a:extLst>
            </p:cNvPr>
            <p:cNvCxnSpPr>
              <a:cxnSpLocks/>
            </p:cNvCxnSpPr>
            <p:nvPr/>
          </p:nvCxnSpPr>
          <p:spPr>
            <a:xfrm>
              <a:off x="8443887" y="5252547"/>
              <a:ext cx="307442" cy="4421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8FE3425-419A-2A4C-A18B-05B31D4F9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83290" y="5260446"/>
              <a:ext cx="36566" cy="34659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E2852147-6ED7-5343-9E1E-FE51F4E223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6558" y="5521402"/>
              <a:ext cx="484659" cy="26620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D2A5E3E6-E416-1E46-B9FC-D91982EAC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1842" y="4940327"/>
              <a:ext cx="36566" cy="34659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D6BBCEA9-7D2B-8C4A-898D-1DAD13B84F8D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06" y="4067382"/>
              <a:ext cx="897067" cy="907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E079976-BD9D-D54D-A92C-14C85F9924F6}"/>
                </a:ext>
              </a:extLst>
            </p:cNvPr>
            <p:cNvCxnSpPr>
              <a:cxnSpLocks/>
            </p:cNvCxnSpPr>
            <p:nvPr/>
          </p:nvCxnSpPr>
          <p:spPr>
            <a:xfrm>
              <a:off x="9897321" y="4489295"/>
              <a:ext cx="25070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D1F0FC04-56AF-ED47-8F9B-53027F37602C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06" y="4185610"/>
              <a:ext cx="494012" cy="21384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82E7D3FF-C3B5-1241-92F8-8DCDE8B22844}"/>
                </a:ext>
              </a:extLst>
            </p:cNvPr>
            <p:cNvSpPr txBox="1"/>
            <p:nvPr/>
          </p:nvSpPr>
          <p:spPr>
            <a:xfrm>
              <a:off x="8941282" y="4614260"/>
              <a:ext cx="1170223" cy="41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600" b="1" dirty="0">
                  <a:solidFill>
                    <a:schemeClr val="accent1">
                      <a:lumMod val="75000"/>
                    </a:schemeClr>
                  </a:solidFill>
                </a:rPr>
                <a:t>People &amp;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2285DCF-C7FA-AC4D-89BF-2FDA8E0F4662}"/>
                </a:ext>
              </a:extLst>
            </p:cNvPr>
            <p:cNvSpPr txBox="1"/>
            <p:nvPr/>
          </p:nvSpPr>
          <p:spPr>
            <a:xfrm>
              <a:off x="9243434" y="4901080"/>
              <a:ext cx="1170223" cy="41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600" b="1" dirty="0">
                  <a:solidFill>
                    <a:schemeClr val="accent1">
                      <a:lumMod val="75000"/>
                    </a:schemeClr>
                  </a:solidFill>
                </a:rPr>
                <a:t>Crowd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A528E3B-E756-7B41-96D4-7DCE5DB55815}"/>
                </a:ext>
              </a:extLst>
            </p:cNvPr>
            <p:cNvSpPr txBox="1"/>
            <p:nvPr/>
          </p:nvSpPr>
          <p:spPr>
            <a:xfrm>
              <a:off x="9445806" y="5190436"/>
              <a:ext cx="1170223" cy="41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600" b="1" dirty="0">
                  <a:solidFill>
                    <a:schemeClr val="accent1">
                      <a:lumMod val="75000"/>
                    </a:schemeClr>
                  </a:solidFill>
                </a:rPr>
                <a:t> Sourcing</a:t>
              </a:r>
            </a:p>
          </p:txBody>
        </p:sp>
      </p:grp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8652166E-C78B-8E44-92BC-438E27AD0D5A}"/>
              </a:ext>
            </a:extLst>
          </p:cNvPr>
          <p:cNvCxnSpPr>
            <a:cxnSpLocks/>
            <a:endCxn id="169" idx="4"/>
          </p:cNvCxnSpPr>
          <p:nvPr/>
        </p:nvCxnSpPr>
        <p:spPr>
          <a:xfrm>
            <a:off x="7011378" y="3796309"/>
            <a:ext cx="3636835" cy="107103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Oval 168">
            <a:extLst>
              <a:ext uri="{FF2B5EF4-FFF2-40B4-BE49-F238E27FC236}">
                <a16:creationId xmlns:a16="http://schemas.microsoft.com/office/drawing/2014/main" id="{4C9123A0-8093-434D-A5C8-78019CDFF899}"/>
              </a:ext>
            </a:extLst>
          </p:cNvPr>
          <p:cNvSpPr/>
          <p:nvPr/>
        </p:nvSpPr>
        <p:spPr>
          <a:xfrm rot="10800000">
            <a:off x="10578800" y="3903412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EA99DA-214E-1C4B-962A-D6B16981A3D9}"/>
              </a:ext>
            </a:extLst>
          </p:cNvPr>
          <p:cNvSpPr txBox="1"/>
          <p:nvPr/>
        </p:nvSpPr>
        <p:spPr>
          <a:xfrm>
            <a:off x="4122549" y="75011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JP" dirty="0"/>
          </a:p>
        </p:txBody>
      </p: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D7DCFDC2-0C28-564B-A5BF-777BFCADBFAC}"/>
              </a:ext>
            </a:extLst>
          </p:cNvPr>
          <p:cNvCxnSpPr>
            <a:cxnSpLocks/>
          </p:cNvCxnSpPr>
          <p:nvPr/>
        </p:nvCxnSpPr>
        <p:spPr>
          <a:xfrm rot="5400000">
            <a:off x="7994188" y="4020010"/>
            <a:ext cx="440870" cy="1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963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72">
            <a:extLst>
              <a:ext uri="{FF2B5EF4-FFF2-40B4-BE49-F238E27FC236}">
                <a16:creationId xmlns:a16="http://schemas.microsoft.com/office/drawing/2014/main" id="{C60A9813-5221-504F-B8F1-11C2AF91209D}"/>
              </a:ext>
            </a:extLst>
          </p:cNvPr>
          <p:cNvSpPr txBox="1"/>
          <p:nvPr/>
        </p:nvSpPr>
        <p:spPr>
          <a:xfrm>
            <a:off x="11241298" y="1911227"/>
            <a:ext cx="1204029" cy="40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Field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CF7C774-70A0-0F43-BB3E-30F7C538D29C}"/>
              </a:ext>
            </a:extLst>
          </p:cNvPr>
          <p:cNvSpPr txBox="1"/>
          <p:nvPr/>
        </p:nvSpPr>
        <p:spPr>
          <a:xfrm>
            <a:off x="10951424" y="3373679"/>
            <a:ext cx="1204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Research Area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BD5F6DC-7F32-BE40-9250-6B35B8F390CB}"/>
              </a:ext>
            </a:extLst>
          </p:cNvPr>
          <p:cNvSpPr txBox="1"/>
          <p:nvPr/>
        </p:nvSpPr>
        <p:spPr>
          <a:xfrm>
            <a:off x="10951424" y="4645252"/>
            <a:ext cx="1204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Related Research Area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E83C9F3-E619-0246-9260-040501180C5C}"/>
              </a:ext>
            </a:extLst>
          </p:cNvPr>
          <p:cNvSpPr txBox="1"/>
          <p:nvPr/>
        </p:nvSpPr>
        <p:spPr>
          <a:xfrm>
            <a:off x="4170732" y="440572"/>
            <a:ext cx="3008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b="1" dirty="0">
                <a:solidFill>
                  <a:schemeClr val="accent1">
                    <a:lumMod val="75000"/>
                  </a:schemeClr>
                </a:solidFill>
              </a:rPr>
              <a:t>Intercultural Collaboration</a:t>
            </a:r>
          </a:p>
        </p:txBody>
      </p:sp>
      <p:pic>
        <p:nvPicPr>
          <p:cNvPr id="89" name="図 74">
            <a:extLst>
              <a:ext uri="{FF2B5EF4-FFF2-40B4-BE49-F238E27FC236}">
                <a16:creationId xmlns:a16="http://schemas.microsoft.com/office/drawing/2014/main" id="{CB5A6430-78B8-5849-BC7F-12AF092FE8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" r="10950" b="10540"/>
          <a:stretch/>
        </p:blipFill>
        <p:spPr>
          <a:xfrm>
            <a:off x="7508974" y="862344"/>
            <a:ext cx="3480155" cy="27055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0" name="図 75">
            <a:extLst>
              <a:ext uri="{FF2B5EF4-FFF2-40B4-BE49-F238E27FC236}">
                <a16:creationId xmlns:a16="http://schemas.microsoft.com/office/drawing/2014/main" id="{C994060C-5E00-2049-A636-BCC1917DA0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" r="1803"/>
          <a:stretch/>
        </p:blipFill>
        <p:spPr>
          <a:xfrm>
            <a:off x="3652726" y="860784"/>
            <a:ext cx="3838448" cy="27086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8" name="図 23" descr="ノートパソコンで作業をしている人たち&#10;&#10;自動的に生成された説明">
            <a:extLst>
              <a:ext uri="{FF2B5EF4-FFF2-40B4-BE49-F238E27FC236}">
                <a16:creationId xmlns:a16="http://schemas.microsoft.com/office/drawing/2014/main" id="{FAD276FA-0906-C344-8C14-2CF6864DC1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50" t="4812" r="6381" b="-1"/>
          <a:stretch/>
        </p:blipFill>
        <p:spPr>
          <a:xfrm>
            <a:off x="136923" y="861754"/>
            <a:ext cx="3502649" cy="27086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5" name="正方形/長方形 5">
            <a:extLst>
              <a:ext uri="{FF2B5EF4-FFF2-40B4-BE49-F238E27FC236}">
                <a16:creationId xmlns:a16="http://schemas.microsoft.com/office/drawing/2014/main" id="{EBF7A9DD-528B-3A40-889C-79E09CDFBAC1}"/>
              </a:ext>
            </a:extLst>
          </p:cNvPr>
          <p:cNvSpPr/>
          <p:nvPr/>
        </p:nvSpPr>
        <p:spPr>
          <a:xfrm>
            <a:off x="139624" y="860146"/>
            <a:ext cx="10849505" cy="2709312"/>
          </a:xfrm>
          <a:prstGeom prst="rect">
            <a:avLst/>
          </a:prstGeom>
          <a:solidFill>
            <a:srgbClr val="7F7F7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87F3FD4-C9A9-DC48-9636-58B0F2E1C9C2}"/>
              </a:ext>
            </a:extLst>
          </p:cNvPr>
          <p:cNvSpPr txBox="1"/>
          <p:nvPr/>
        </p:nvSpPr>
        <p:spPr>
          <a:xfrm>
            <a:off x="4683880" y="-480651"/>
            <a:ext cx="3256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b="1" dirty="0">
                <a:solidFill>
                  <a:schemeClr val="bg1"/>
                </a:solidFill>
              </a:rPr>
              <a:t>Intercultural Collaboration</a:t>
            </a:r>
          </a:p>
        </p:txBody>
      </p:sp>
      <p:pic>
        <p:nvPicPr>
          <p:cNvPr id="11" name="Graphic 10" descr="Cloud with solid fill">
            <a:extLst>
              <a:ext uri="{FF2B5EF4-FFF2-40B4-BE49-F238E27FC236}">
                <a16:creationId xmlns:a16="http://schemas.microsoft.com/office/drawing/2014/main" id="{2874F30F-120A-9645-9700-872BFA1445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0145" y="2133432"/>
            <a:ext cx="3340644" cy="26229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FA0BE3-015E-DD40-BE9F-EFF1C0E0177A}"/>
              </a:ext>
            </a:extLst>
          </p:cNvPr>
          <p:cNvSpPr txBox="1"/>
          <p:nvPr/>
        </p:nvSpPr>
        <p:spPr>
          <a:xfrm>
            <a:off x="4799363" y="3132036"/>
            <a:ext cx="15584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400" dirty="0">
                <a:solidFill>
                  <a:schemeClr val="accent1">
                    <a:lumMod val="75000"/>
                  </a:schemeClr>
                </a:solidFill>
              </a:rPr>
              <a:t>Services </a:t>
            </a:r>
          </a:p>
          <a:p>
            <a:pPr algn="ctr"/>
            <a:r>
              <a:rPr lang="en-JP" sz="2400" dirty="0">
                <a:solidFill>
                  <a:schemeClr val="accent1">
                    <a:lumMod val="75000"/>
                  </a:schemeClr>
                </a:solidFill>
              </a:rPr>
              <a:t>Computing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FC529D2B-CD28-7140-B28C-901C76D25750}"/>
              </a:ext>
            </a:extLst>
          </p:cNvPr>
          <p:cNvCxnSpPr>
            <a:cxnSpLocks/>
            <a:endCxn id="17" idx="4"/>
          </p:cNvCxnSpPr>
          <p:nvPr/>
        </p:nvCxnSpPr>
        <p:spPr>
          <a:xfrm flipV="1">
            <a:off x="7129020" y="2629308"/>
            <a:ext cx="3947159" cy="972300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7413428-95C1-994C-A722-A69388A8D26F}"/>
              </a:ext>
            </a:extLst>
          </p:cNvPr>
          <p:cNvSpPr/>
          <p:nvPr/>
        </p:nvSpPr>
        <p:spPr>
          <a:xfrm>
            <a:off x="11003626" y="2484203"/>
            <a:ext cx="145105" cy="1451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8D2F79BB-D7F1-7C4F-8A56-6B697B384682}"/>
              </a:ext>
            </a:extLst>
          </p:cNvPr>
          <p:cNvCxnSpPr>
            <a:cxnSpLocks/>
          </p:cNvCxnSpPr>
          <p:nvPr/>
        </p:nvCxnSpPr>
        <p:spPr>
          <a:xfrm flipV="1">
            <a:off x="7034794" y="3323653"/>
            <a:ext cx="3725640" cy="277634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D908630-EFF3-1040-A6E8-F3B3625F9AEE}"/>
              </a:ext>
            </a:extLst>
          </p:cNvPr>
          <p:cNvSpPr/>
          <p:nvPr/>
        </p:nvSpPr>
        <p:spPr>
          <a:xfrm>
            <a:off x="10706650" y="3267956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1CDAAE3E-4941-554B-99CA-DC3C957913E4}"/>
              </a:ext>
            </a:extLst>
          </p:cNvPr>
          <p:cNvCxnSpPr>
            <a:cxnSpLocks/>
            <a:endCxn id="23" idx="4"/>
          </p:cNvCxnSpPr>
          <p:nvPr/>
        </p:nvCxnSpPr>
        <p:spPr>
          <a:xfrm rot="10800000" flipV="1">
            <a:off x="720199" y="3720008"/>
            <a:ext cx="2461612" cy="1003490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13249DF-4779-9244-9766-991B9054886E}"/>
              </a:ext>
            </a:extLst>
          </p:cNvPr>
          <p:cNvSpPr/>
          <p:nvPr/>
        </p:nvSpPr>
        <p:spPr>
          <a:xfrm rot="10800000">
            <a:off x="650785" y="4723498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563B826B-F6EB-EE4C-91D8-C24A23996E2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79214" y="3719386"/>
            <a:ext cx="1553310" cy="253439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800C3D02-33CE-1F43-AB7D-63D0346052C7}"/>
              </a:ext>
            </a:extLst>
          </p:cNvPr>
          <p:cNvCxnSpPr>
            <a:cxnSpLocks/>
            <a:endCxn id="32" idx="4"/>
          </p:cNvCxnSpPr>
          <p:nvPr/>
        </p:nvCxnSpPr>
        <p:spPr>
          <a:xfrm rot="10800000">
            <a:off x="86342" y="3307267"/>
            <a:ext cx="4084390" cy="294020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D96189F8-36B0-A544-8918-50D8DE31FDB4}"/>
              </a:ext>
            </a:extLst>
          </p:cNvPr>
          <p:cNvSpPr/>
          <p:nvPr/>
        </p:nvSpPr>
        <p:spPr>
          <a:xfrm>
            <a:off x="16928" y="3168440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34" name="Graphic 33" descr="Robot outline">
            <a:extLst>
              <a:ext uri="{FF2B5EF4-FFF2-40B4-BE49-F238E27FC236}">
                <a16:creationId xmlns:a16="http://schemas.microsoft.com/office/drawing/2014/main" id="{46155F2A-E434-FD46-9F07-57E835A7D3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8245" y="4020010"/>
            <a:ext cx="2012164" cy="2012165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27B9DBF2-EB07-8942-BF59-46F1E6AB91BC}"/>
              </a:ext>
            </a:extLst>
          </p:cNvPr>
          <p:cNvGrpSpPr/>
          <p:nvPr/>
        </p:nvGrpSpPr>
        <p:grpSpPr>
          <a:xfrm>
            <a:off x="5139256" y="4915181"/>
            <a:ext cx="1330723" cy="971792"/>
            <a:chOff x="8827419" y="3911056"/>
            <a:chExt cx="1443983" cy="1383493"/>
          </a:xfrm>
        </p:grpSpPr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5D0F5595-E6D0-734F-A821-39A57D355017}"/>
                </a:ext>
              </a:extLst>
            </p:cNvPr>
            <p:cNvSpPr/>
            <p:nvPr/>
          </p:nvSpPr>
          <p:spPr>
            <a:xfrm rot="5400000">
              <a:off x="8499423" y="4242216"/>
              <a:ext cx="1380329" cy="724338"/>
            </a:xfrm>
            <a:prstGeom prst="parallelogram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2E54F17C-1485-284B-9B5B-B651638032D8}"/>
                </a:ext>
              </a:extLst>
            </p:cNvPr>
            <p:cNvSpPr/>
            <p:nvPr/>
          </p:nvSpPr>
          <p:spPr>
            <a:xfrm rot="5400000" flipV="1">
              <a:off x="9221415" y="4241399"/>
              <a:ext cx="1380329" cy="719644"/>
            </a:xfrm>
            <a:prstGeom prst="parallelogram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47E8BDC-A2BD-3240-9BCC-D6F30E501CE2}"/>
              </a:ext>
            </a:extLst>
          </p:cNvPr>
          <p:cNvSpPr txBox="1"/>
          <p:nvPr/>
        </p:nvSpPr>
        <p:spPr>
          <a:xfrm rot="21324645">
            <a:off x="5889390" y="5036757"/>
            <a:ext cx="681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3200" b="1" dirty="0">
                <a:solidFill>
                  <a:schemeClr val="accent1">
                    <a:lumMod val="75000"/>
                  </a:schemeClr>
                </a:solidFill>
              </a:rPr>
              <a:t>AI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E9F01A-A4CF-5646-96D1-5C75A42875E5}"/>
              </a:ext>
            </a:extLst>
          </p:cNvPr>
          <p:cNvSpPr txBox="1"/>
          <p:nvPr/>
        </p:nvSpPr>
        <p:spPr>
          <a:xfrm rot="467502">
            <a:off x="5248157" y="5394636"/>
            <a:ext cx="66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solidFill>
                  <a:schemeClr val="accent1">
                    <a:lumMod val="75000"/>
                  </a:schemeClr>
                </a:solidFill>
              </a:rPr>
              <a:t>NLP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690C69-F28E-CD4E-89F9-8F96701C4BF2}"/>
              </a:ext>
            </a:extLst>
          </p:cNvPr>
          <p:cNvSpPr txBox="1"/>
          <p:nvPr/>
        </p:nvSpPr>
        <p:spPr>
          <a:xfrm rot="392287">
            <a:off x="5192589" y="5050952"/>
            <a:ext cx="66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solidFill>
                  <a:schemeClr val="accent1">
                    <a:lumMod val="75000"/>
                  </a:schemeClr>
                </a:solidFill>
              </a:rPr>
              <a:t>ML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F34846EB-0D8E-B449-9B34-7D87D6BA723C}"/>
              </a:ext>
            </a:extLst>
          </p:cNvPr>
          <p:cNvCxnSpPr>
            <a:cxnSpLocks/>
          </p:cNvCxnSpPr>
          <p:nvPr/>
        </p:nvCxnSpPr>
        <p:spPr>
          <a:xfrm rot="5400000">
            <a:off x="5077062" y="4316444"/>
            <a:ext cx="440870" cy="1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phic 52" descr="Wi-Fi outline">
            <a:extLst>
              <a:ext uri="{FF2B5EF4-FFF2-40B4-BE49-F238E27FC236}">
                <a16:creationId xmlns:a16="http://schemas.microsoft.com/office/drawing/2014/main" id="{656558A2-A138-2146-A4DE-6170BFA692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82497" y="4361937"/>
            <a:ext cx="651421" cy="65142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F047A7A-DDA9-BC4E-B20F-A5948AB992AE}"/>
              </a:ext>
            </a:extLst>
          </p:cNvPr>
          <p:cNvSpPr txBox="1"/>
          <p:nvPr/>
        </p:nvSpPr>
        <p:spPr>
          <a:xfrm>
            <a:off x="1779436" y="4730214"/>
            <a:ext cx="891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3200" b="1" dirty="0">
                <a:solidFill>
                  <a:schemeClr val="accent1">
                    <a:lumMod val="75000"/>
                  </a:schemeClr>
                </a:solidFill>
              </a:rPr>
              <a:t>IOT</a:t>
            </a:r>
          </a:p>
        </p:txBody>
      </p:sp>
      <p:pic>
        <p:nvPicPr>
          <p:cNvPr id="60" name="Graphic 59" descr="Work from home Wi-Fi with solid fill">
            <a:extLst>
              <a:ext uri="{FF2B5EF4-FFF2-40B4-BE49-F238E27FC236}">
                <a16:creationId xmlns:a16="http://schemas.microsoft.com/office/drawing/2014/main" id="{0571F5E0-99E8-914F-B8A2-15E310527A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12835" y="4003963"/>
            <a:ext cx="325711" cy="325711"/>
          </a:xfrm>
          <a:prstGeom prst="rect">
            <a:avLst/>
          </a:prstGeom>
        </p:spPr>
      </p:pic>
      <p:pic>
        <p:nvPicPr>
          <p:cNvPr id="62" name="Graphic 61" descr="Thermometer with solid fill">
            <a:extLst>
              <a:ext uri="{FF2B5EF4-FFF2-40B4-BE49-F238E27FC236}">
                <a16:creationId xmlns:a16="http://schemas.microsoft.com/office/drawing/2014/main" id="{778B4E68-03EF-6E4D-87AF-F685F631A2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7828" y="4407267"/>
            <a:ext cx="320705" cy="320705"/>
          </a:xfrm>
          <a:prstGeom prst="rect">
            <a:avLst/>
          </a:prstGeom>
        </p:spPr>
      </p:pic>
      <p:pic>
        <p:nvPicPr>
          <p:cNvPr id="64" name="Graphic 63" descr="Lights On with solid fill">
            <a:extLst>
              <a:ext uri="{FF2B5EF4-FFF2-40B4-BE49-F238E27FC236}">
                <a16:creationId xmlns:a16="http://schemas.microsoft.com/office/drawing/2014/main" id="{E63BD083-F3B4-3B4A-8191-5DC577008CF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159402" y="4104536"/>
            <a:ext cx="363687" cy="363688"/>
          </a:xfrm>
          <a:prstGeom prst="rect">
            <a:avLst/>
          </a:prstGeom>
        </p:spPr>
      </p:pic>
      <p:pic>
        <p:nvPicPr>
          <p:cNvPr id="66" name="Graphic 65" descr="Security camera with solid fill">
            <a:extLst>
              <a:ext uri="{FF2B5EF4-FFF2-40B4-BE49-F238E27FC236}">
                <a16:creationId xmlns:a16="http://schemas.microsoft.com/office/drawing/2014/main" id="{18DF6839-244F-F342-8224-857F002A22E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43839" y="4384561"/>
            <a:ext cx="378917" cy="378917"/>
          </a:xfrm>
          <a:prstGeom prst="rect">
            <a:avLst/>
          </a:prstGeom>
        </p:spPr>
      </p:pic>
      <p:pic>
        <p:nvPicPr>
          <p:cNvPr id="68" name="Graphic 67" descr="Chat with solid fill">
            <a:extLst>
              <a:ext uri="{FF2B5EF4-FFF2-40B4-BE49-F238E27FC236}">
                <a16:creationId xmlns:a16="http://schemas.microsoft.com/office/drawing/2014/main" id="{79685691-7DA0-6F48-BAA0-6FC5932FC17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92657" y="4989651"/>
            <a:ext cx="473869" cy="473869"/>
          </a:xfrm>
          <a:prstGeom prst="rect">
            <a:avLst/>
          </a:prstGeom>
        </p:spPr>
      </p:pic>
      <p:pic>
        <p:nvPicPr>
          <p:cNvPr id="70" name="Graphic 69" descr="Envelope with solid fill">
            <a:extLst>
              <a:ext uri="{FF2B5EF4-FFF2-40B4-BE49-F238E27FC236}">
                <a16:creationId xmlns:a16="http://schemas.microsoft.com/office/drawing/2014/main" id="{AB762C87-6601-4A47-9EE3-AE615035E98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410714" y="5200445"/>
            <a:ext cx="370206" cy="370206"/>
          </a:xfrm>
          <a:prstGeom prst="rect">
            <a:avLst/>
          </a:prstGeom>
        </p:spPr>
      </p:pic>
      <p:pic>
        <p:nvPicPr>
          <p:cNvPr id="72" name="Graphic 71" descr="Car with solid fill">
            <a:extLst>
              <a:ext uri="{FF2B5EF4-FFF2-40B4-BE49-F238E27FC236}">
                <a16:creationId xmlns:a16="http://schemas.microsoft.com/office/drawing/2014/main" id="{10E20417-F80C-7E41-A877-255BC993106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786502" y="5393855"/>
            <a:ext cx="531544" cy="531544"/>
          </a:xfrm>
          <a:prstGeom prst="rect">
            <a:avLst/>
          </a:prstGeom>
        </p:spPr>
      </p:pic>
      <p:pic>
        <p:nvPicPr>
          <p:cNvPr id="74" name="Graphic 73" descr="World with solid fill">
            <a:extLst>
              <a:ext uri="{FF2B5EF4-FFF2-40B4-BE49-F238E27FC236}">
                <a16:creationId xmlns:a16="http://schemas.microsoft.com/office/drawing/2014/main" id="{3CA3B10C-B046-B74D-8C08-1115956E016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32623" y="5391685"/>
            <a:ext cx="446946" cy="446946"/>
          </a:xfrm>
          <a:prstGeom prst="rect">
            <a:avLst/>
          </a:prstGeom>
        </p:spPr>
      </p:pic>
      <p:pic>
        <p:nvPicPr>
          <p:cNvPr id="76" name="Graphic 75" descr="Database with solid fill">
            <a:extLst>
              <a:ext uri="{FF2B5EF4-FFF2-40B4-BE49-F238E27FC236}">
                <a16:creationId xmlns:a16="http://schemas.microsoft.com/office/drawing/2014/main" id="{BEB32BCC-F763-4448-8743-65830FB083C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42976" y="5365155"/>
            <a:ext cx="467417" cy="467417"/>
          </a:xfrm>
          <a:prstGeom prst="rect">
            <a:avLst/>
          </a:prstGeom>
        </p:spPr>
      </p:pic>
      <p:pic>
        <p:nvPicPr>
          <p:cNvPr id="78" name="Graphic 77" descr="Dog Food Bowl with solid fill">
            <a:extLst>
              <a:ext uri="{FF2B5EF4-FFF2-40B4-BE49-F238E27FC236}">
                <a16:creationId xmlns:a16="http://schemas.microsoft.com/office/drawing/2014/main" id="{208F187E-F5E4-AF4A-B397-4A89BE31DD7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686832" y="4048821"/>
            <a:ext cx="325711" cy="325711"/>
          </a:xfrm>
          <a:prstGeom prst="rect">
            <a:avLst/>
          </a:prstGeom>
        </p:spPr>
      </p:pic>
      <p:pic>
        <p:nvPicPr>
          <p:cNvPr id="80" name="Graphic 79" descr="Game controller with solid fill">
            <a:extLst>
              <a:ext uri="{FF2B5EF4-FFF2-40B4-BE49-F238E27FC236}">
                <a16:creationId xmlns:a16="http://schemas.microsoft.com/office/drawing/2014/main" id="{790AD00F-6FDB-4F48-A568-BF3F5D6C27E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30658" y="3882046"/>
            <a:ext cx="457341" cy="457341"/>
          </a:xfrm>
          <a:prstGeom prst="rect">
            <a:avLst/>
          </a:prstGeom>
        </p:spPr>
      </p:pic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5EF0DD5-2935-D54A-BA8E-3C6D2503B5AA}"/>
              </a:ext>
            </a:extLst>
          </p:cNvPr>
          <p:cNvCxnSpPr>
            <a:cxnSpLocks/>
            <a:stCxn id="60" idx="2"/>
          </p:cNvCxnSpPr>
          <p:nvPr/>
        </p:nvCxnSpPr>
        <p:spPr>
          <a:xfrm rot="16200000" flipH="1">
            <a:off x="1742187" y="4363176"/>
            <a:ext cx="475097" cy="408092"/>
          </a:xfrm>
          <a:prstGeom prst="bentConnector3">
            <a:avLst>
              <a:gd name="adj1" fmla="val 3201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CD1ED5ED-DDE7-3949-9C7D-4EA0D5C1B1A8}"/>
              </a:ext>
            </a:extLst>
          </p:cNvPr>
          <p:cNvCxnSpPr>
            <a:cxnSpLocks/>
            <a:endCxn id="70" idx="1"/>
          </p:cNvCxnSpPr>
          <p:nvPr/>
        </p:nvCxnSpPr>
        <p:spPr>
          <a:xfrm rot="16200000" flipH="1">
            <a:off x="2222032" y="5196865"/>
            <a:ext cx="191818" cy="18554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94A021D4-67FF-AB48-82D5-443E752D2500}"/>
              </a:ext>
            </a:extLst>
          </p:cNvPr>
          <p:cNvCxnSpPr/>
          <p:nvPr/>
        </p:nvCxnSpPr>
        <p:spPr>
          <a:xfrm rot="16200000" flipH="1">
            <a:off x="1278750" y="4169461"/>
            <a:ext cx="400540" cy="449479"/>
          </a:xfrm>
          <a:prstGeom prst="bentConnector3">
            <a:avLst>
              <a:gd name="adj1" fmla="val 579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BE31F75C-3427-584B-9B05-54AB2061F781}"/>
              </a:ext>
            </a:extLst>
          </p:cNvPr>
          <p:cNvCxnSpPr>
            <a:cxnSpLocks/>
          </p:cNvCxnSpPr>
          <p:nvPr/>
        </p:nvCxnSpPr>
        <p:spPr>
          <a:xfrm>
            <a:off x="2162906" y="5206760"/>
            <a:ext cx="623596" cy="442188"/>
          </a:xfrm>
          <a:prstGeom prst="bentConnector3">
            <a:avLst>
              <a:gd name="adj1" fmla="val 33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657C6666-5384-8645-A24E-4E335321D203}"/>
              </a:ext>
            </a:extLst>
          </p:cNvPr>
          <p:cNvCxnSpPr>
            <a:cxnSpLocks/>
            <a:stCxn id="62" idx="2"/>
          </p:cNvCxnSpPr>
          <p:nvPr/>
        </p:nvCxnSpPr>
        <p:spPr>
          <a:xfrm rot="16200000" flipH="1">
            <a:off x="1294425" y="4391728"/>
            <a:ext cx="178385" cy="85087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D67DE97E-B221-8143-88F7-2CE3E7758325}"/>
              </a:ext>
            </a:extLst>
          </p:cNvPr>
          <p:cNvCxnSpPr>
            <a:cxnSpLocks/>
          </p:cNvCxnSpPr>
          <p:nvPr/>
        </p:nvCxnSpPr>
        <p:spPr>
          <a:xfrm flipV="1">
            <a:off x="1484691" y="5200446"/>
            <a:ext cx="478347" cy="256547"/>
          </a:xfrm>
          <a:prstGeom prst="bentConnector3">
            <a:avLst>
              <a:gd name="adj1" fmla="val 3214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A6CD84D2-52C8-884A-95BE-B9F32A756948}"/>
              </a:ext>
            </a:extLst>
          </p:cNvPr>
          <p:cNvCxnSpPr>
            <a:cxnSpLocks/>
            <a:endCxn id="76" idx="0"/>
          </p:cNvCxnSpPr>
          <p:nvPr/>
        </p:nvCxnSpPr>
        <p:spPr>
          <a:xfrm rot="5400000">
            <a:off x="1875536" y="5195075"/>
            <a:ext cx="171229" cy="16893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00E462E5-FC4E-814E-9E29-4C3D94EDDAE2}"/>
              </a:ext>
            </a:extLst>
          </p:cNvPr>
          <p:cNvCxnSpPr>
            <a:cxnSpLocks/>
            <a:stCxn id="68" idx="3"/>
            <a:endCxn id="55" idx="1"/>
          </p:cNvCxnSpPr>
          <p:nvPr/>
        </p:nvCxnSpPr>
        <p:spPr>
          <a:xfrm flipV="1">
            <a:off x="966526" y="5022602"/>
            <a:ext cx="812910" cy="20398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9E15AD51-99ED-CF4E-A610-CAED96AB0BA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383082" y="4331339"/>
            <a:ext cx="476469" cy="44667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24AD1E2A-F46E-D54D-B545-F975F060695F}"/>
              </a:ext>
            </a:extLst>
          </p:cNvPr>
          <p:cNvCxnSpPr>
            <a:cxnSpLocks/>
            <a:endCxn id="66" idx="1"/>
          </p:cNvCxnSpPr>
          <p:nvPr/>
        </p:nvCxnSpPr>
        <p:spPr>
          <a:xfrm flipV="1">
            <a:off x="2492077" y="4574020"/>
            <a:ext cx="851762" cy="28734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C52F8150-9A37-FA44-B040-6CE3888FC66A}"/>
              </a:ext>
            </a:extLst>
          </p:cNvPr>
          <p:cNvCxnSpPr>
            <a:cxnSpLocks/>
            <a:endCxn id="64" idx="2"/>
          </p:cNvCxnSpPr>
          <p:nvPr/>
        </p:nvCxnSpPr>
        <p:spPr>
          <a:xfrm rot="5400000" flipH="1" flipV="1">
            <a:off x="2156047" y="4602827"/>
            <a:ext cx="319802" cy="5059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Smart Phone with solid fill">
            <a:extLst>
              <a:ext uri="{FF2B5EF4-FFF2-40B4-BE49-F238E27FC236}">
                <a16:creationId xmlns:a16="http://schemas.microsoft.com/office/drawing/2014/main" id="{DF113E89-B202-9845-812E-0DB0F0014CB4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043453" y="4992398"/>
            <a:ext cx="486883" cy="486883"/>
          </a:xfrm>
          <a:prstGeom prst="rect">
            <a:avLst/>
          </a:prstGeom>
        </p:spPr>
      </p:pic>
      <p:cxnSp>
        <p:nvCxnSpPr>
          <p:cNvPr id="122" name="Elbow Connector 121">
            <a:extLst>
              <a:ext uri="{FF2B5EF4-FFF2-40B4-BE49-F238E27FC236}">
                <a16:creationId xmlns:a16="http://schemas.microsoft.com/office/drawing/2014/main" id="{60678E5B-518A-484C-82D9-7E1A12356E89}"/>
              </a:ext>
            </a:extLst>
          </p:cNvPr>
          <p:cNvCxnSpPr>
            <a:cxnSpLocks/>
          </p:cNvCxnSpPr>
          <p:nvPr/>
        </p:nvCxnSpPr>
        <p:spPr>
          <a:xfrm>
            <a:off x="2433409" y="5037131"/>
            <a:ext cx="713560" cy="2103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ED995EB-59DB-EB48-B7EE-2992641F5233}"/>
              </a:ext>
            </a:extLst>
          </p:cNvPr>
          <p:cNvGrpSpPr/>
          <p:nvPr/>
        </p:nvGrpSpPr>
        <p:grpSpPr>
          <a:xfrm>
            <a:off x="7794342" y="3851641"/>
            <a:ext cx="2930158" cy="2452246"/>
            <a:chOff x="8078937" y="3743699"/>
            <a:chExt cx="3546066" cy="3009905"/>
          </a:xfrm>
        </p:grpSpPr>
        <p:pic>
          <p:nvPicPr>
            <p:cNvPr id="129" name="Graphic 128" descr="Cycle with people outline">
              <a:extLst>
                <a:ext uri="{FF2B5EF4-FFF2-40B4-BE49-F238E27FC236}">
                  <a16:creationId xmlns:a16="http://schemas.microsoft.com/office/drawing/2014/main" id="{E90CD901-AF50-0F4A-9641-59A7CF240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8996860" y="3743699"/>
              <a:ext cx="1052293" cy="1052293"/>
            </a:xfrm>
            <a:prstGeom prst="rect">
              <a:avLst/>
            </a:prstGeom>
          </p:spPr>
        </p:pic>
        <p:pic>
          <p:nvPicPr>
            <p:cNvPr id="131" name="Graphic 130" descr="Cycle with people outline">
              <a:extLst>
                <a:ext uri="{FF2B5EF4-FFF2-40B4-BE49-F238E27FC236}">
                  <a16:creationId xmlns:a16="http://schemas.microsoft.com/office/drawing/2014/main" id="{17AC7EB1-AFFE-1A46-9601-605E8FD8E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078937" y="4190866"/>
              <a:ext cx="1210967" cy="1210967"/>
            </a:xfrm>
            <a:prstGeom prst="rect">
              <a:avLst/>
            </a:prstGeom>
          </p:spPr>
        </p:pic>
        <p:pic>
          <p:nvPicPr>
            <p:cNvPr id="133" name="Graphic 132" descr="Social network outline">
              <a:extLst>
                <a:ext uri="{FF2B5EF4-FFF2-40B4-BE49-F238E27FC236}">
                  <a16:creationId xmlns:a16="http://schemas.microsoft.com/office/drawing/2014/main" id="{210D7448-A8EE-F142-864D-99482BA1D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10036578" y="3852746"/>
              <a:ext cx="1588425" cy="1588425"/>
            </a:xfrm>
            <a:prstGeom prst="rect">
              <a:avLst/>
            </a:prstGeom>
          </p:spPr>
        </p:pic>
        <p:pic>
          <p:nvPicPr>
            <p:cNvPr id="134" name="Graphic 133" descr="Social network outline">
              <a:extLst>
                <a:ext uri="{FF2B5EF4-FFF2-40B4-BE49-F238E27FC236}">
                  <a16:creationId xmlns:a16="http://schemas.microsoft.com/office/drawing/2014/main" id="{B62CD6EF-45FC-BD43-9589-BAAB1EAF9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8612414" y="5165179"/>
              <a:ext cx="1588425" cy="1588425"/>
            </a:xfrm>
            <a:prstGeom prst="rect">
              <a:avLst/>
            </a:prstGeom>
          </p:spPr>
        </p:pic>
        <p:pic>
          <p:nvPicPr>
            <p:cNvPr id="135" name="Graphic 134" descr="Cycle with people outline">
              <a:extLst>
                <a:ext uri="{FF2B5EF4-FFF2-40B4-BE49-F238E27FC236}">
                  <a16:creationId xmlns:a16="http://schemas.microsoft.com/office/drawing/2014/main" id="{18737C56-3D42-1D4C-8837-3399BE299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10215618" y="5149136"/>
              <a:ext cx="1052293" cy="1052293"/>
            </a:xfrm>
            <a:prstGeom prst="rect">
              <a:avLst/>
            </a:prstGeom>
          </p:spPr>
        </p:pic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DDD28ABF-A005-FE4D-9491-ADE41B0F82EA}"/>
                </a:ext>
              </a:extLst>
            </p:cNvPr>
            <p:cNvCxnSpPr/>
            <p:nvPr/>
          </p:nvCxnSpPr>
          <p:spPr>
            <a:xfrm>
              <a:off x="8897990" y="4534709"/>
              <a:ext cx="20973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7AF32ED-846C-0F41-9E98-B2F97AD92CCF}"/>
                </a:ext>
              </a:extLst>
            </p:cNvPr>
            <p:cNvCxnSpPr>
              <a:cxnSpLocks/>
            </p:cNvCxnSpPr>
            <p:nvPr/>
          </p:nvCxnSpPr>
          <p:spPr>
            <a:xfrm>
              <a:off x="9045004" y="5230409"/>
              <a:ext cx="210659" cy="1714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14ABA8BF-9F37-4349-9B99-DB5D09A6525A}"/>
                </a:ext>
              </a:extLst>
            </p:cNvPr>
            <p:cNvCxnSpPr>
              <a:cxnSpLocks/>
            </p:cNvCxnSpPr>
            <p:nvPr/>
          </p:nvCxnSpPr>
          <p:spPr>
            <a:xfrm>
              <a:off x="8443887" y="5252547"/>
              <a:ext cx="307442" cy="4421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8FE3425-419A-2A4C-A18B-05B31D4F9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83290" y="5260446"/>
              <a:ext cx="36566" cy="34659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E2852147-6ED7-5343-9E1E-FE51F4E223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6558" y="5521402"/>
              <a:ext cx="484659" cy="26620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D2A5E3E6-E416-1E46-B9FC-D91982EAC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1842" y="4940327"/>
              <a:ext cx="36566" cy="34659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D6BBCEA9-7D2B-8C4A-898D-1DAD13B84F8D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06" y="4067382"/>
              <a:ext cx="897067" cy="907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E079976-BD9D-D54D-A92C-14C85F9924F6}"/>
                </a:ext>
              </a:extLst>
            </p:cNvPr>
            <p:cNvCxnSpPr>
              <a:cxnSpLocks/>
            </p:cNvCxnSpPr>
            <p:nvPr/>
          </p:nvCxnSpPr>
          <p:spPr>
            <a:xfrm>
              <a:off x="9897321" y="4489295"/>
              <a:ext cx="25070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D1F0FC04-56AF-ED47-8F9B-53027F37602C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06" y="4185610"/>
              <a:ext cx="494012" cy="21384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82E7D3FF-C3B5-1241-92F8-8DCDE8B22844}"/>
                </a:ext>
              </a:extLst>
            </p:cNvPr>
            <p:cNvSpPr txBox="1"/>
            <p:nvPr/>
          </p:nvSpPr>
          <p:spPr>
            <a:xfrm>
              <a:off x="8941282" y="4614260"/>
              <a:ext cx="1170223" cy="41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600" b="1" dirty="0">
                  <a:solidFill>
                    <a:schemeClr val="accent1">
                      <a:lumMod val="75000"/>
                    </a:schemeClr>
                  </a:solidFill>
                </a:rPr>
                <a:t>People &amp;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2285DCF-C7FA-AC4D-89BF-2FDA8E0F4662}"/>
                </a:ext>
              </a:extLst>
            </p:cNvPr>
            <p:cNvSpPr txBox="1"/>
            <p:nvPr/>
          </p:nvSpPr>
          <p:spPr>
            <a:xfrm>
              <a:off x="9243434" y="4901080"/>
              <a:ext cx="1170223" cy="41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600" b="1" dirty="0">
                  <a:solidFill>
                    <a:schemeClr val="accent1">
                      <a:lumMod val="75000"/>
                    </a:schemeClr>
                  </a:solidFill>
                </a:rPr>
                <a:t>Crowd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A528E3B-E756-7B41-96D4-7DCE5DB55815}"/>
                </a:ext>
              </a:extLst>
            </p:cNvPr>
            <p:cNvSpPr txBox="1"/>
            <p:nvPr/>
          </p:nvSpPr>
          <p:spPr>
            <a:xfrm>
              <a:off x="9445806" y="5190436"/>
              <a:ext cx="1170223" cy="41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600" b="1" dirty="0">
                  <a:solidFill>
                    <a:schemeClr val="accent1">
                      <a:lumMod val="75000"/>
                    </a:schemeClr>
                  </a:solidFill>
                </a:rPr>
                <a:t> Sourcing</a:t>
              </a:r>
            </a:p>
          </p:txBody>
        </p:sp>
      </p:grp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8652166E-C78B-8E44-92BC-438E27AD0D5A}"/>
              </a:ext>
            </a:extLst>
          </p:cNvPr>
          <p:cNvCxnSpPr>
            <a:cxnSpLocks/>
            <a:endCxn id="169" idx="4"/>
          </p:cNvCxnSpPr>
          <p:nvPr/>
        </p:nvCxnSpPr>
        <p:spPr>
          <a:xfrm>
            <a:off x="7080653" y="3796309"/>
            <a:ext cx="3636835" cy="107103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Oval 168">
            <a:extLst>
              <a:ext uri="{FF2B5EF4-FFF2-40B4-BE49-F238E27FC236}">
                <a16:creationId xmlns:a16="http://schemas.microsoft.com/office/drawing/2014/main" id="{4C9123A0-8093-434D-A5C8-78019CDFF899}"/>
              </a:ext>
            </a:extLst>
          </p:cNvPr>
          <p:cNvSpPr/>
          <p:nvPr/>
        </p:nvSpPr>
        <p:spPr>
          <a:xfrm rot="10800000">
            <a:off x="10648075" y="3903412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EA99DA-214E-1C4B-962A-D6B16981A3D9}"/>
              </a:ext>
            </a:extLst>
          </p:cNvPr>
          <p:cNvSpPr txBox="1"/>
          <p:nvPr/>
        </p:nvSpPr>
        <p:spPr>
          <a:xfrm>
            <a:off x="4122549" y="75011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JP" dirty="0"/>
          </a:p>
        </p:txBody>
      </p: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D7DCFDC2-0C28-564B-A5BF-777BFCADBFAC}"/>
              </a:ext>
            </a:extLst>
          </p:cNvPr>
          <p:cNvCxnSpPr>
            <a:cxnSpLocks/>
          </p:cNvCxnSpPr>
          <p:nvPr/>
        </p:nvCxnSpPr>
        <p:spPr>
          <a:xfrm rot="5400000">
            <a:off x="8063463" y="4020010"/>
            <a:ext cx="440870" cy="1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856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72">
            <a:extLst>
              <a:ext uri="{FF2B5EF4-FFF2-40B4-BE49-F238E27FC236}">
                <a16:creationId xmlns:a16="http://schemas.microsoft.com/office/drawing/2014/main" id="{C60A9813-5221-504F-B8F1-11C2AF91209D}"/>
              </a:ext>
            </a:extLst>
          </p:cNvPr>
          <p:cNvSpPr txBox="1"/>
          <p:nvPr/>
        </p:nvSpPr>
        <p:spPr>
          <a:xfrm>
            <a:off x="11241298" y="1911227"/>
            <a:ext cx="1204029" cy="40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Field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CF7C774-70A0-0F43-BB3E-30F7C538D29C}"/>
              </a:ext>
            </a:extLst>
          </p:cNvPr>
          <p:cNvSpPr txBox="1"/>
          <p:nvPr/>
        </p:nvSpPr>
        <p:spPr>
          <a:xfrm>
            <a:off x="10951424" y="3373679"/>
            <a:ext cx="1204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Research Area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BD5F6DC-7F32-BE40-9250-6B35B8F390CB}"/>
              </a:ext>
            </a:extLst>
          </p:cNvPr>
          <p:cNvSpPr txBox="1"/>
          <p:nvPr/>
        </p:nvSpPr>
        <p:spPr>
          <a:xfrm>
            <a:off x="10951424" y="4645252"/>
            <a:ext cx="1204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Related Research Area</a:t>
            </a:r>
          </a:p>
        </p:txBody>
      </p:sp>
      <p:pic>
        <p:nvPicPr>
          <p:cNvPr id="89" name="図 74">
            <a:extLst>
              <a:ext uri="{FF2B5EF4-FFF2-40B4-BE49-F238E27FC236}">
                <a16:creationId xmlns:a16="http://schemas.microsoft.com/office/drawing/2014/main" id="{CB5A6430-78B8-5849-BC7F-12AF092FE8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" r="10950" b="10540"/>
          <a:stretch/>
        </p:blipFill>
        <p:spPr>
          <a:xfrm>
            <a:off x="7439699" y="862344"/>
            <a:ext cx="3480155" cy="27055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0" name="図 75">
            <a:extLst>
              <a:ext uri="{FF2B5EF4-FFF2-40B4-BE49-F238E27FC236}">
                <a16:creationId xmlns:a16="http://schemas.microsoft.com/office/drawing/2014/main" id="{C994060C-5E00-2049-A636-BCC1917DA0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" r="1803"/>
          <a:stretch/>
        </p:blipFill>
        <p:spPr>
          <a:xfrm>
            <a:off x="3583451" y="860784"/>
            <a:ext cx="3838448" cy="27086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8" name="図 23" descr="ノートパソコンで作業をしている人たち&#10;&#10;自動的に生成された説明">
            <a:extLst>
              <a:ext uri="{FF2B5EF4-FFF2-40B4-BE49-F238E27FC236}">
                <a16:creationId xmlns:a16="http://schemas.microsoft.com/office/drawing/2014/main" id="{FAD276FA-0906-C344-8C14-2CF6864DC1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50" t="4812" r="6381" b="-1"/>
          <a:stretch/>
        </p:blipFill>
        <p:spPr>
          <a:xfrm>
            <a:off x="67648" y="861754"/>
            <a:ext cx="3502649" cy="27086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5" name="正方形/長方形 5">
            <a:extLst>
              <a:ext uri="{FF2B5EF4-FFF2-40B4-BE49-F238E27FC236}">
                <a16:creationId xmlns:a16="http://schemas.microsoft.com/office/drawing/2014/main" id="{EBF7A9DD-528B-3A40-889C-79E09CDFBAC1}"/>
              </a:ext>
            </a:extLst>
          </p:cNvPr>
          <p:cNvSpPr/>
          <p:nvPr/>
        </p:nvSpPr>
        <p:spPr>
          <a:xfrm>
            <a:off x="70349" y="860146"/>
            <a:ext cx="10849505" cy="2709312"/>
          </a:xfrm>
          <a:prstGeom prst="rect">
            <a:avLst/>
          </a:prstGeom>
          <a:solidFill>
            <a:srgbClr val="7F7F7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87F3FD4-C9A9-DC48-9636-58B0F2E1C9C2}"/>
              </a:ext>
            </a:extLst>
          </p:cNvPr>
          <p:cNvSpPr txBox="1"/>
          <p:nvPr/>
        </p:nvSpPr>
        <p:spPr>
          <a:xfrm>
            <a:off x="4035683" y="1087840"/>
            <a:ext cx="3256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b="1" dirty="0">
                <a:solidFill>
                  <a:schemeClr val="bg1"/>
                </a:solidFill>
              </a:rPr>
              <a:t>Intercultural Collaboration</a:t>
            </a:r>
          </a:p>
        </p:txBody>
      </p:sp>
      <p:pic>
        <p:nvPicPr>
          <p:cNvPr id="11" name="Graphic 10" descr="Cloud with solid fill">
            <a:extLst>
              <a:ext uri="{FF2B5EF4-FFF2-40B4-BE49-F238E27FC236}">
                <a16:creationId xmlns:a16="http://schemas.microsoft.com/office/drawing/2014/main" id="{2874F30F-120A-9645-9700-872BFA1445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0870" y="2133432"/>
            <a:ext cx="3340644" cy="26229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FA0BE3-015E-DD40-BE9F-EFF1C0E0177A}"/>
              </a:ext>
            </a:extLst>
          </p:cNvPr>
          <p:cNvSpPr txBox="1"/>
          <p:nvPr/>
        </p:nvSpPr>
        <p:spPr>
          <a:xfrm>
            <a:off x="4730088" y="3132036"/>
            <a:ext cx="15584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400" dirty="0">
                <a:solidFill>
                  <a:schemeClr val="accent1">
                    <a:lumMod val="75000"/>
                  </a:schemeClr>
                </a:solidFill>
              </a:rPr>
              <a:t>Services </a:t>
            </a:r>
          </a:p>
          <a:p>
            <a:pPr algn="ctr"/>
            <a:r>
              <a:rPr lang="en-JP" sz="2400" dirty="0">
                <a:solidFill>
                  <a:schemeClr val="accent1">
                    <a:lumMod val="75000"/>
                  </a:schemeClr>
                </a:solidFill>
              </a:rPr>
              <a:t>Computing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FC529D2B-CD28-7140-B28C-901C76D25750}"/>
              </a:ext>
            </a:extLst>
          </p:cNvPr>
          <p:cNvCxnSpPr>
            <a:cxnSpLocks/>
            <a:endCxn id="17" idx="4"/>
          </p:cNvCxnSpPr>
          <p:nvPr/>
        </p:nvCxnSpPr>
        <p:spPr>
          <a:xfrm flipV="1">
            <a:off x="6962760" y="2629308"/>
            <a:ext cx="3947159" cy="972300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7413428-95C1-994C-A722-A69388A8D26F}"/>
              </a:ext>
            </a:extLst>
          </p:cNvPr>
          <p:cNvSpPr/>
          <p:nvPr/>
        </p:nvSpPr>
        <p:spPr>
          <a:xfrm>
            <a:off x="10837366" y="2484203"/>
            <a:ext cx="145105" cy="1451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8D2F79BB-D7F1-7C4F-8A56-6B697B384682}"/>
              </a:ext>
            </a:extLst>
          </p:cNvPr>
          <p:cNvCxnSpPr>
            <a:cxnSpLocks/>
          </p:cNvCxnSpPr>
          <p:nvPr/>
        </p:nvCxnSpPr>
        <p:spPr>
          <a:xfrm flipV="1">
            <a:off x="6965519" y="3323653"/>
            <a:ext cx="3725640" cy="277634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D908630-EFF3-1040-A6E8-F3B3625F9AEE}"/>
              </a:ext>
            </a:extLst>
          </p:cNvPr>
          <p:cNvSpPr/>
          <p:nvPr/>
        </p:nvSpPr>
        <p:spPr>
          <a:xfrm>
            <a:off x="10637375" y="3184826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1CDAAE3E-4941-554B-99CA-DC3C957913E4}"/>
              </a:ext>
            </a:extLst>
          </p:cNvPr>
          <p:cNvCxnSpPr>
            <a:cxnSpLocks/>
            <a:endCxn id="23" idx="4"/>
          </p:cNvCxnSpPr>
          <p:nvPr/>
        </p:nvCxnSpPr>
        <p:spPr>
          <a:xfrm rot="10800000" flipV="1">
            <a:off x="650924" y="3720008"/>
            <a:ext cx="2461612" cy="1003490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13249DF-4779-9244-9766-991B9054886E}"/>
              </a:ext>
            </a:extLst>
          </p:cNvPr>
          <p:cNvSpPr/>
          <p:nvPr/>
        </p:nvSpPr>
        <p:spPr>
          <a:xfrm rot="10800000">
            <a:off x="581510" y="4723498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563B826B-F6EB-EE4C-91D8-C24A23996E2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09939" y="3719386"/>
            <a:ext cx="1553310" cy="253439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800C3D02-33CE-1F43-AB7D-63D0346052C7}"/>
              </a:ext>
            </a:extLst>
          </p:cNvPr>
          <p:cNvCxnSpPr>
            <a:cxnSpLocks/>
            <a:endCxn id="32" idx="4"/>
          </p:cNvCxnSpPr>
          <p:nvPr/>
        </p:nvCxnSpPr>
        <p:spPr>
          <a:xfrm rot="10800000">
            <a:off x="72488" y="3418108"/>
            <a:ext cx="4028969" cy="164031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D96189F8-36B0-A544-8918-50D8DE31FDB4}"/>
              </a:ext>
            </a:extLst>
          </p:cNvPr>
          <p:cNvSpPr/>
          <p:nvPr/>
        </p:nvSpPr>
        <p:spPr>
          <a:xfrm>
            <a:off x="3073" y="3279280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34" name="Graphic 33" descr="Robot outline">
            <a:extLst>
              <a:ext uri="{FF2B5EF4-FFF2-40B4-BE49-F238E27FC236}">
                <a16:creationId xmlns:a16="http://schemas.microsoft.com/office/drawing/2014/main" id="{46155F2A-E434-FD46-9F07-57E835A7D3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8970" y="4020010"/>
            <a:ext cx="2012164" cy="2012165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27B9DBF2-EB07-8942-BF59-46F1E6AB91BC}"/>
              </a:ext>
            </a:extLst>
          </p:cNvPr>
          <p:cNvGrpSpPr/>
          <p:nvPr/>
        </p:nvGrpSpPr>
        <p:grpSpPr>
          <a:xfrm>
            <a:off x="5069981" y="4915181"/>
            <a:ext cx="1330723" cy="971792"/>
            <a:chOff x="8827419" y="3911056"/>
            <a:chExt cx="1443983" cy="1383493"/>
          </a:xfrm>
        </p:grpSpPr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5D0F5595-E6D0-734F-A821-39A57D355017}"/>
                </a:ext>
              </a:extLst>
            </p:cNvPr>
            <p:cNvSpPr/>
            <p:nvPr/>
          </p:nvSpPr>
          <p:spPr>
            <a:xfrm rot="5400000">
              <a:off x="8499423" y="4242216"/>
              <a:ext cx="1380329" cy="724338"/>
            </a:xfrm>
            <a:prstGeom prst="parallelogram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2E54F17C-1485-284B-9B5B-B651638032D8}"/>
                </a:ext>
              </a:extLst>
            </p:cNvPr>
            <p:cNvSpPr/>
            <p:nvPr/>
          </p:nvSpPr>
          <p:spPr>
            <a:xfrm rot="5400000" flipV="1">
              <a:off x="9221415" y="4241399"/>
              <a:ext cx="1380329" cy="719644"/>
            </a:xfrm>
            <a:prstGeom prst="parallelogram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47E8BDC-A2BD-3240-9BCC-D6F30E501CE2}"/>
              </a:ext>
            </a:extLst>
          </p:cNvPr>
          <p:cNvSpPr txBox="1"/>
          <p:nvPr/>
        </p:nvSpPr>
        <p:spPr>
          <a:xfrm rot="21324645">
            <a:off x="5820115" y="5036757"/>
            <a:ext cx="681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3200" b="1" dirty="0">
                <a:solidFill>
                  <a:schemeClr val="accent1">
                    <a:lumMod val="75000"/>
                  </a:schemeClr>
                </a:solidFill>
              </a:rPr>
              <a:t>AI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E9F01A-A4CF-5646-96D1-5C75A42875E5}"/>
              </a:ext>
            </a:extLst>
          </p:cNvPr>
          <p:cNvSpPr txBox="1"/>
          <p:nvPr/>
        </p:nvSpPr>
        <p:spPr>
          <a:xfrm rot="467502">
            <a:off x="5178882" y="5394636"/>
            <a:ext cx="66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solidFill>
                  <a:schemeClr val="accent1">
                    <a:lumMod val="75000"/>
                  </a:schemeClr>
                </a:solidFill>
              </a:rPr>
              <a:t>NLP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690C69-F28E-CD4E-89F9-8F96701C4BF2}"/>
              </a:ext>
            </a:extLst>
          </p:cNvPr>
          <p:cNvSpPr txBox="1"/>
          <p:nvPr/>
        </p:nvSpPr>
        <p:spPr>
          <a:xfrm rot="392287">
            <a:off x="5123314" y="5050952"/>
            <a:ext cx="66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solidFill>
                  <a:schemeClr val="accent1">
                    <a:lumMod val="75000"/>
                  </a:schemeClr>
                </a:solidFill>
              </a:rPr>
              <a:t>ML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F34846EB-0D8E-B449-9B34-7D87D6BA723C}"/>
              </a:ext>
            </a:extLst>
          </p:cNvPr>
          <p:cNvCxnSpPr>
            <a:cxnSpLocks/>
          </p:cNvCxnSpPr>
          <p:nvPr/>
        </p:nvCxnSpPr>
        <p:spPr>
          <a:xfrm rot="5400000">
            <a:off x="5007787" y="4316444"/>
            <a:ext cx="440870" cy="1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phic 52" descr="Wi-Fi outline">
            <a:extLst>
              <a:ext uri="{FF2B5EF4-FFF2-40B4-BE49-F238E27FC236}">
                <a16:creationId xmlns:a16="http://schemas.microsoft.com/office/drawing/2014/main" id="{656558A2-A138-2146-A4DE-6170BFA692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13222" y="4361937"/>
            <a:ext cx="651421" cy="65142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F047A7A-DDA9-BC4E-B20F-A5948AB992AE}"/>
              </a:ext>
            </a:extLst>
          </p:cNvPr>
          <p:cNvSpPr txBox="1"/>
          <p:nvPr/>
        </p:nvSpPr>
        <p:spPr>
          <a:xfrm>
            <a:off x="1710161" y="4730214"/>
            <a:ext cx="891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3200" b="1" dirty="0">
                <a:solidFill>
                  <a:schemeClr val="accent1">
                    <a:lumMod val="75000"/>
                  </a:schemeClr>
                </a:solidFill>
              </a:rPr>
              <a:t>IOT</a:t>
            </a:r>
          </a:p>
        </p:txBody>
      </p:sp>
      <p:pic>
        <p:nvPicPr>
          <p:cNvPr id="60" name="Graphic 59" descr="Work from home Wi-Fi with solid fill">
            <a:extLst>
              <a:ext uri="{FF2B5EF4-FFF2-40B4-BE49-F238E27FC236}">
                <a16:creationId xmlns:a16="http://schemas.microsoft.com/office/drawing/2014/main" id="{0571F5E0-99E8-914F-B8A2-15E310527A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43560" y="4003963"/>
            <a:ext cx="325711" cy="325711"/>
          </a:xfrm>
          <a:prstGeom prst="rect">
            <a:avLst/>
          </a:prstGeom>
        </p:spPr>
      </p:pic>
      <p:pic>
        <p:nvPicPr>
          <p:cNvPr id="62" name="Graphic 61" descr="Thermometer with solid fill">
            <a:extLst>
              <a:ext uri="{FF2B5EF4-FFF2-40B4-BE49-F238E27FC236}">
                <a16:creationId xmlns:a16="http://schemas.microsoft.com/office/drawing/2014/main" id="{778B4E68-03EF-6E4D-87AF-F685F631A2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8553" y="4407267"/>
            <a:ext cx="320705" cy="320705"/>
          </a:xfrm>
          <a:prstGeom prst="rect">
            <a:avLst/>
          </a:prstGeom>
        </p:spPr>
      </p:pic>
      <p:pic>
        <p:nvPicPr>
          <p:cNvPr id="64" name="Graphic 63" descr="Lights On with solid fill">
            <a:extLst>
              <a:ext uri="{FF2B5EF4-FFF2-40B4-BE49-F238E27FC236}">
                <a16:creationId xmlns:a16="http://schemas.microsoft.com/office/drawing/2014/main" id="{E63BD083-F3B4-3B4A-8191-5DC577008CF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90127" y="4104536"/>
            <a:ext cx="363687" cy="363688"/>
          </a:xfrm>
          <a:prstGeom prst="rect">
            <a:avLst/>
          </a:prstGeom>
        </p:spPr>
      </p:pic>
      <p:pic>
        <p:nvPicPr>
          <p:cNvPr id="66" name="Graphic 65" descr="Security camera with solid fill">
            <a:extLst>
              <a:ext uri="{FF2B5EF4-FFF2-40B4-BE49-F238E27FC236}">
                <a16:creationId xmlns:a16="http://schemas.microsoft.com/office/drawing/2014/main" id="{18DF6839-244F-F342-8224-857F002A22E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274564" y="4384561"/>
            <a:ext cx="378917" cy="378917"/>
          </a:xfrm>
          <a:prstGeom prst="rect">
            <a:avLst/>
          </a:prstGeom>
        </p:spPr>
      </p:pic>
      <p:pic>
        <p:nvPicPr>
          <p:cNvPr id="68" name="Graphic 67" descr="Chat with solid fill">
            <a:extLst>
              <a:ext uri="{FF2B5EF4-FFF2-40B4-BE49-F238E27FC236}">
                <a16:creationId xmlns:a16="http://schemas.microsoft.com/office/drawing/2014/main" id="{79685691-7DA0-6F48-BAA0-6FC5932FC17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23382" y="4989651"/>
            <a:ext cx="473869" cy="473869"/>
          </a:xfrm>
          <a:prstGeom prst="rect">
            <a:avLst/>
          </a:prstGeom>
        </p:spPr>
      </p:pic>
      <p:pic>
        <p:nvPicPr>
          <p:cNvPr id="70" name="Graphic 69" descr="Envelope with solid fill">
            <a:extLst>
              <a:ext uri="{FF2B5EF4-FFF2-40B4-BE49-F238E27FC236}">
                <a16:creationId xmlns:a16="http://schemas.microsoft.com/office/drawing/2014/main" id="{AB762C87-6601-4A47-9EE3-AE615035E98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41439" y="5200445"/>
            <a:ext cx="370206" cy="370206"/>
          </a:xfrm>
          <a:prstGeom prst="rect">
            <a:avLst/>
          </a:prstGeom>
        </p:spPr>
      </p:pic>
      <p:pic>
        <p:nvPicPr>
          <p:cNvPr id="72" name="Graphic 71" descr="Car with solid fill">
            <a:extLst>
              <a:ext uri="{FF2B5EF4-FFF2-40B4-BE49-F238E27FC236}">
                <a16:creationId xmlns:a16="http://schemas.microsoft.com/office/drawing/2014/main" id="{10E20417-F80C-7E41-A877-255BC993106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717227" y="5393855"/>
            <a:ext cx="531544" cy="531544"/>
          </a:xfrm>
          <a:prstGeom prst="rect">
            <a:avLst/>
          </a:prstGeom>
        </p:spPr>
      </p:pic>
      <p:pic>
        <p:nvPicPr>
          <p:cNvPr id="74" name="Graphic 73" descr="World with solid fill">
            <a:extLst>
              <a:ext uri="{FF2B5EF4-FFF2-40B4-BE49-F238E27FC236}">
                <a16:creationId xmlns:a16="http://schemas.microsoft.com/office/drawing/2014/main" id="{3CA3B10C-B046-B74D-8C08-1115956E016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63348" y="5391685"/>
            <a:ext cx="446946" cy="446946"/>
          </a:xfrm>
          <a:prstGeom prst="rect">
            <a:avLst/>
          </a:prstGeom>
        </p:spPr>
      </p:pic>
      <p:pic>
        <p:nvPicPr>
          <p:cNvPr id="76" name="Graphic 75" descr="Database with solid fill">
            <a:extLst>
              <a:ext uri="{FF2B5EF4-FFF2-40B4-BE49-F238E27FC236}">
                <a16:creationId xmlns:a16="http://schemas.microsoft.com/office/drawing/2014/main" id="{BEB32BCC-F763-4448-8743-65830FB083C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573701" y="5365155"/>
            <a:ext cx="467417" cy="467417"/>
          </a:xfrm>
          <a:prstGeom prst="rect">
            <a:avLst/>
          </a:prstGeom>
        </p:spPr>
      </p:pic>
      <p:pic>
        <p:nvPicPr>
          <p:cNvPr id="78" name="Graphic 77" descr="Dog Food Bowl with solid fill">
            <a:extLst>
              <a:ext uri="{FF2B5EF4-FFF2-40B4-BE49-F238E27FC236}">
                <a16:creationId xmlns:a16="http://schemas.microsoft.com/office/drawing/2014/main" id="{208F187E-F5E4-AF4A-B397-4A89BE31DD7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617557" y="4048821"/>
            <a:ext cx="325711" cy="325711"/>
          </a:xfrm>
          <a:prstGeom prst="rect">
            <a:avLst/>
          </a:prstGeom>
        </p:spPr>
      </p:pic>
      <p:pic>
        <p:nvPicPr>
          <p:cNvPr id="80" name="Graphic 79" descr="Game controller with solid fill">
            <a:extLst>
              <a:ext uri="{FF2B5EF4-FFF2-40B4-BE49-F238E27FC236}">
                <a16:creationId xmlns:a16="http://schemas.microsoft.com/office/drawing/2014/main" id="{790AD00F-6FDB-4F48-A568-BF3F5D6C27E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61383" y="3882046"/>
            <a:ext cx="457341" cy="457341"/>
          </a:xfrm>
          <a:prstGeom prst="rect">
            <a:avLst/>
          </a:prstGeom>
        </p:spPr>
      </p:pic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5EF0DD5-2935-D54A-BA8E-3C6D2503B5AA}"/>
              </a:ext>
            </a:extLst>
          </p:cNvPr>
          <p:cNvCxnSpPr>
            <a:cxnSpLocks/>
            <a:stCxn id="60" idx="2"/>
          </p:cNvCxnSpPr>
          <p:nvPr/>
        </p:nvCxnSpPr>
        <p:spPr>
          <a:xfrm rot="16200000" flipH="1">
            <a:off x="1672912" y="4363176"/>
            <a:ext cx="475097" cy="408092"/>
          </a:xfrm>
          <a:prstGeom prst="bentConnector3">
            <a:avLst>
              <a:gd name="adj1" fmla="val 3201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CD1ED5ED-DDE7-3949-9C7D-4EA0D5C1B1A8}"/>
              </a:ext>
            </a:extLst>
          </p:cNvPr>
          <p:cNvCxnSpPr>
            <a:cxnSpLocks/>
            <a:endCxn id="70" idx="1"/>
          </p:cNvCxnSpPr>
          <p:nvPr/>
        </p:nvCxnSpPr>
        <p:spPr>
          <a:xfrm rot="16200000" flipH="1">
            <a:off x="2152757" y="5196865"/>
            <a:ext cx="191818" cy="18554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94A021D4-67FF-AB48-82D5-443E752D2500}"/>
              </a:ext>
            </a:extLst>
          </p:cNvPr>
          <p:cNvCxnSpPr/>
          <p:nvPr/>
        </p:nvCxnSpPr>
        <p:spPr>
          <a:xfrm rot="16200000" flipH="1">
            <a:off x="1209475" y="4169461"/>
            <a:ext cx="400540" cy="449479"/>
          </a:xfrm>
          <a:prstGeom prst="bentConnector3">
            <a:avLst>
              <a:gd name="adj1" fmla="val 579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BE31F75C-3427-584B-9B05-54AB2061F781}"/>
              </a:ext>
            </a:extLst>
          </p:cNvPr>
          <p:cNvCxnSpPr>
            <a:cxnSpLocks/>
          </p:cNvCxnSpPr>
          <p:nvPr/>
        </p:nvCxnSpPr>
        <p:spPr>
          <a:xfrm>
            <a:off x="2093631" y="5206760"/>
            <a:ext cx="623596" cy="442188"/>
          </a:xfrm>
          <a:prstGeom prst="bentConnector3">
            <a:avLst>
              <a:gd name="adj1" fmla="val 33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657C6666-5384-8645-A24E-4E335321D203}"/>
              </a:ext>
            </a:extLst>
          </p:cNvPr>
          <p:cNvCxnSpPr>
            <a:cxnSpLocks/>
            <a:stCxn id="62" idx="2"/>
          </p:cNvCxnSpPr>
          <p:nvPr/>
        </p:nvCxnSpPr>
        <p:spPr>
          <a:xfrm rot="16200000" flipH="1">
            <a:off x="1225150" y="4391728"/>
            <a:ext cx="178385" cy="85087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D67DE97E-B221-8143-88F7-2CE3E7758325}"/>
              </a:ext>
            </a:extLst>
          </p:cNvPr>
          <p:cNvCxnSpPr>
            <a:cxnSpLocks/>
          </p:cNvCxnSpPr>
          <p:nvPr/>
        </p:nvCxnSpPr>
        <p:spPr>
          <a:xfrm flipV="1">
            <a:off x="1415416" y="5200446"/>
            <a:ext cx="478347" cy="256547"/>
          </a:xfrm>
          <a:prstGeom prst="bentConnector3">
            <a:avLst>
              <a:gd name="adj1" fmla="val 3214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A6CD84D2-52C8-884A-95BE-B9F32A756948}"/>
              </a:ext>
            </a:extLst>
          </p:cNvPr>
          <p:cNvCxnSpPr>
            <a:cxnSpLocks/>
            <a:endCxn id="76" idx="0"/>
          </p:cNvCxnSpPr>
          <p:nvPr/>
        </p:nvCxnSpPr>
        <p:spPr>
          <a:xfrm rot="5400000">
            <a:off x="1806261" y="5195075"/>
            <a:ext cx="171229" cy="16893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00E462E5-FC4E-814E-9E29-4C3D94EDDAE2}"/>
              </a:ext>
            </a:extLst>
          </p:cNvPr>
          <p:cNvCxnSpPr>
            <a:cxnSpLocks/>
            <a:stCxn id="68" idx="3"/>
            <a:endCxn id="55" idx="1"/>
          </p:cNvCxnSpPr>
          <p:nvPr/>
        </p:nvCxnSpPr>
        <p:spPr>
          <a:xfrm flipV="1">
            <a:off x="897251" y="5022602"/>
            <a:ext cx="812910" cy="20398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9E15AD51-99ED-CF4E-A610-CAED96AB0BA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313807" y="4331339"/>
            <a:ext cx="476469" cy="44667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24AD1E2A-F46E-D54D-B545-F975F060695F}"/>
              </a:ext>
            </a:extLst>
          </p:cNvPr>
          <p:cNvCxnSpPr>
            <a:cxnSpLocks/>
            <a:endCxn id="66" idx="1"/>
          </p:cNvCxnSpPr>
          <p:nvPr/>
        </p:nvCxnSpPr>
        <p:spPr>
          <a:xfrm flipV="1">
            <a:off x="2422802" y="4574020"/>
            <a:ext cx="851762" cy="28734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C52F8150-9A37-FA44-B040-6CE3888FC66A}"/>
              </a:ext>
            </a:extLst>
          </p:cNvPr>
          <p:cNvCxnSpPr>
            <a:cxnSpLocks/>
            <a:endCxn id="64" idx="2"/>
          </p:cNvCxnSpPr>
          <p:nvPr/>
        </p:nvCxnSpPr>
        <p:spPr>
          <a:xfrm rot="5400000" flipH="1" flipV="1">
            <a:off x="2086772" y="4602827"/>
            <a:ext cx="319802" cy="5059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Smart Phone with solid fill">
            <a:extLst>
              <a:ext uri="{FF2B5EF4-FFF2-40B4-BE49-F238E27FC236}">
                <a16:creationId xmlns:a16="http://schemas.microsoft.com/office/drawing/2014/main" id="{DF113E89-B202-9845-812E-0DB0F0014CB4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974178" y="4992398"/>
            <a:ext cx="486883" cy="486883"/>
          </a:xfrm>
          <a:prstGeom prst="rect">
            <a:avLst/>
          </a:prstGeom>
        </p:spPr>
      </p:pic>
      <p:cxnSp>
        <p:nvCxnSpPr>
          <p:cNvPr id="122" name="Elbow Connector 121">
            <a:extLst>
              <a:ext uri="{FF2B5EF4-FFF2-40B4-BE49-F238E27FC236}">
                <a16:creationId xmlns:a16="http://schemas.microsoft.com/office/drawing/2014/main" id="{60678E5B-518A-484C-82D9-7E1A12356E89}"/>
              </a:ext>
            </a:extLst>
          </p:cNvPr>
          <p:cNvCxnSpPr>
            <a:cxnSpLocks/>
          </p:cNvCxnSpPr>
          <p:nvPr/>
        </p:nvCxnSpPr>
        <p:spPr>
          <a:xfrm>
            <a:off x="2364134" y="5037131"/>
            <a:ext cx="713560" cy="2103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ED995EB-59DB-EB48-B7EE-2992641F5233}"/>
              </a:ext>
            </a:extLst>
          </p:cNvPr>
          <p:cNvGrpSpPr/>
          <p:nvPr/>
        </p:nvGrpSpPr>
        <p:grpSpPr>
          <a:xfrm>
            <a:off x="7725067" y="3851641"/>
            <a:ext cx="2930158" cy="2452246"/>
            <a:chOff x="8078937" y="3743699"/>
            <a:chExt cx="3546066" cy="3009905"/>
          </a:xfrm>
        </p:grpSpPr>
        <p:pic>
          <p:nvPicPr>
            <p:cNvPr id="129" name="Graphic 128" descr="Cycle with people outline">
              <a:extLst>
                <a:ext uri="{FF2B5EF4-FFF2-40B4-BE49-F238E27FC236}">
                  <a16:creationId xmlns:a16="http://schemas.microsoft.com/office/drawing/2014/main" id="{E90CD901-AF50-0F4A-9641-59A7CF240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8996860" y="3743699"/>
              <a:ext cx="1052293" cy="1052293"/>
            </a:xfrm>
            <a:prstGeom prst="rect">
              <a:avLst/>
            </a:prstGeom>
          </p:spPr>
        </p:pic>
        <p:pic>
          <p:nvPicPr>
            <p:cNvPr id="131" name="Graphic 130" descr="Cycle with people outline">
              <a:extLst>
                <a:ext uri="{FF2B5EF4-FFF2-40B4-BE49-F238E27FC236}">
                  <a16:creationId xmlns:a16="http://schemas.microsoft.com/office/drawing/2014/main" id="{17AC7EB1-AFFE-1A46-9601-605E8FD8E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078937" y="4190866"/>
              <a:ext cx="1210967" cy="1210967"/>
            </a:xfrm>
            <a:prstGeom prst="rect">
              <a:avLst/>
            </a:prstGeom>
          </p:spPr>
        </p:pic>
        <p:pic>
          <p:nvPicPr>
            <p:cNvPr id="133" name="Graphic 132" descr="Social network outline">
              <a:extLst>
                <a:ext uri="{FF2B5EF4-FFF2-40B4-BE49-F238E27FC236}">
                  <a16:creationId xmlns:a16="http://schemas.microsoft.com/office/drawing/2014/main" id="{210D7448-A8EE-F142-864D-99482BA1D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10036578" y="3852746"/>
              <a:ext cx="1588425" cy="1588425"/>
            </a:xfrm>
            <a:prstGeom prst="rect">
              <a:avLst/>
            </a:prstGeom>
          </p:spPr>
        </p:pic>
        <p:pic>
          <p:nvPicPr>
            <p:cNvPr id="134" name="Graphic 133" descr="Social network outline">
              <a:extLst>
                <a:ext uri="{FF2B5EF4-FFF2-40B4-BE49-F238E27FC236}">
                  <a16:creationId xmlns:a16="http://schemas.microsoft.com/office/drawing/2014/main" id="{B62CD6EF-45FC-BD43-9589-BAAB1EAF9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8612414" y="5165179"/>
              <a:ext cx="1588425" cy="1588425"/>
            </a:xfrm>
            <a:prstGeom prst="rect">
              <a:avLst/>
            </a:prstGeom>
          </p:spPr>
        </p:pic>
        <p:pic>
          <p:nvPicPr>
            <p:cNvPr id="135" name="Graphic 134" descr="Cycle with people outline">
              <a:extLst>
                <a:ext uri="{FF2B5EF4-FFF2-40B4-BE49-F238E27FC236}">
                  <a16:creationId xmlns:a16="http://schemas.microsoft.com/office/drawing/2014/main" id="{18737C56-3D42-1D4C-8837-3399BE299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10215618" y="5149136"/>
              <a:ext cx="1052293" cy="1052293"/>
            </a:xfrm>
            <a:prstGeom prst="rect">
              <a:avLst/>
            </a:prstGeom>
          </p:spPr>
        </p:pic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DDD28ABF-A005-FE4D-9491-ADE41B0F82EA}"/>
                </a:ext>
              </a:extLst>
            </p:cNvPr>
            <p:cNvCxnSpPr/>
            <p:nvPr/>
          </p:nvCxnSpPr>
          <p:spPr>
            <a:xfrm>
              <a:off x="8897990" y="4534709"/>
              <a:ext cx="20973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7AF32ED-846C-0F41-9E98-B2F97AD92CCF}"/>
                </a:ext>
              </a:extLst>
            </p:cNvPr>
            <p:cNvCxnSpPr>
              <a:cxnSpLocks/>
            </p:cNvCxnSpPr>
            <p:nvPr/>
          </p:nvCxnSpPr>
          <p:spPr>
            <a:xfrm>
              <a:off x="9045004" y="5230409"/>
              <a:ext cx="210659" cy="1714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14ABA8BF-9F37-4349-9B99-DB5D09A6525A}"/>
                </a:ext>
              </a:extLst>
            </p:cNvPr>
            <p:cNvCxnSpPr>
              <a:cxnSpLocks/>
            </p:cNvCxnSpPr>
            <p:nvPr/>
          </p:nvCxnSpPr>
          <p:spPr>
            <a:xfrm>
              <a:off x="8443887" y="5252547"/>
              <a:ext cx="307442" cy="4421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8FE3425-419A-2A4C-A18B-05B31D4F9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83290" y="5260446"/>
              <a:ext cx="36566" cy="34659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E2852147-6ED7-5343-9E1E-FE51F4E223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6558" y="5521402"/>
              <a:ext cx="484659" cy="26620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D2A5E3E6-E416-1E46-B9FC-D91982EAC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1842" y="4940327"/>
              <a:ext cx="36566" cy="34659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D6BBCEA9-7D2B-8C4A-898D-1DAD13B84F8D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06" y="4067382"/>
              <a:ext cx="897067" cy="907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E079976-BD9D-D54D-A92C-14C85F9924F6}"/>
                </a:ext>
              </a:extLst>
            </p:cNvPr>
            <p:cNvCxnSpPr>
              <a:cxnSpLocks/>
            </p:cNvCxnSpPr>
            <p:nvPr/>
          </p:nvCxnSpPr>
          <p:spPr>
            <a:xfrm>
              <a:off x="9897321" y="4489295"/>
              <a:ext cx="25070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D1F0FC04-56AF-ED47-8F9B-53027F37602C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06" y="4185610"/>
              <a:ext cx="494012" cy="21384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82E7D3FF-C3B5-1241-92F8-8DCDE8B22844}"/>
                </a:ext>
              </a:extLst>
            </p:cNvPr>
            <p:cNvSpPr txBox="1"/>
            <p:nvPr/>
          </p:nvSpPr>
          <p:spPr>
            <a:xfrm>
              <a:off x="8941282" y="4614260"/>
              <a:ext cx="1170223" cy="41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600" b="1" dirty="0">
                  <a:solidFill>
                    <a:schemeClr val="accent1">
                      <a:lumMod val="75000"/>
                    </a:schemeClr>
                  </a:solidFill>
                </a:rPr>
                <a:t>People &amp;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2285DCF-C7FA-AC4D-89BF-2FDA8E0F4662}"/>
                </a:ext>
              </a:extLst>
            </p:cNvPr>
            <p:cNvSpPr txBox="1"/>
            <p:nvPr/>
          </p:nvSpPr>
          <p:spPr>
            <a:xfrm>
              <a:off x="9243434" y="4901080"/>
              <a:ext cx="1170223" cy="41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600" b="1" dirty="0">
                  <a:solidFill>
                    <a:schemeClr val="accent1">
                      <a:lumMod val="75000"/>
                    </a:schemeClr>
                  </a:solidFill>
                </a:rPr>
                <a:t>Crowd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A528E3B-E756-7B41-96D4-7DCE5DB55815}"/>
                </a:ext>
              </a:extLst>
            </p:cNvPr>
            <p:cNvSpPr txBox="1"/>
            <p:nvPr/>
          </p:nvSpPr>
          <p:spPr>
            <a:xfrm>
              <a:off x="9445806" y="5190436"/>
              <a:ext cx="1170223" cy="41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600" b="1" dirty="0">
                  <a:solidFill>
                    <a:schemeClr val="accent1">
                      <a:lumMod val="75000"/>
                    </a:schemeClr>
                  </a:solidFill>
                </a:rPr>
                <a:t> Sourcing</a:t>
              </a:r>
            </a:p>
          </p:txBody>
        </p:sp>
      </p:grp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8652166E-C78B-8E44-92BC-438E27AD0D5A}"/>
              </a:ext>
            </a:extLst>
          </p:cNvPr>
          <p:cNvCxnSpPr>
            <a:cxnSpLocks/>
            <a:endCxn id="169" idx="4"/>
          </p:cNvCxnSpPr>
          <p:nvPr/>
        </p:nvCxnSpPr>
        <p:spPr>
          <a:xfrm>
            <a:off x="7011378" y="3796309"/>
            <a:ext cx="3636835" cy="107103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Oval 168">
            <a:extLst>
              <a:ext uri="{FF2B5EF4-FFF2-40B4-BE49-F238E27FC236}">
                <a16:creationId xmlns:a16="http://schemas.microsoft.com/office/drawing/2014/main" id="{4C9123A0-8093-434D-A5C8-78019CDFF899}"/>
              </a:ext>
            </a:extLst>
          </p:cNvPr>
          <p:cNvSpPr/>
          <p:nvPr/>
        </p:nvSpPr>
        <p:spPr>
          <a:xfrm rot="10800000">
            <a:off x="10578800" y="3903412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EA99DA-214E-1C4B-962A-D6B16981A3D9}"/>
              </a:ext>
            </a:extLst>
          </p:cNvPr>
          <p:cNvSpPr txBox="1"/>
          <p:nvPr/>
        </p:nvSpPr>
        <p:spPr>
          <a:xfrm>
            <a:off x="4122549" y="75011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JP" dirty="0"/>
          </a:p>
        </p:txBody>
      </p: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D7DCFDC2-0C28-564B-A5BF-777BFCADBFAC}"/>
              </a:ext>
            </a:extLst>
          </p:cNvPr>
          <p:cNvCxnSpPr>
            <a:cxnSpLocks/>
          </p:cNvCxnSpPr>
          <p:nvPr/>
        </p:nvCxnSpPr>
        <p:spPr>
          <a:xfrm rot="5400000">
            <a:off x="7994188" y="4020010"/>
            <a:ext cx="440870" cy="1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99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72">
            <a:extLst>
              <a:ext uri="{FF2B5EF4-FFF2-40B4-BE49-F238E27FC236}">
                <a16:creationId xmlns:a16="http://schemas.microsoft.com/office/drawing/2014/main" id="{C60A9813-5221-504F-B8F1-11C2AF91209D}"/>
              </a:ext>
            </a:extLst>
          </p:cNvPr>
          <p:cNvSpPr txBox="1"/>
          <p:nvPr/>
        </p:nvSpPr>
        <p:spPr>
          <a:xfrm>
            <a:off x="11473506" y="1727536"/>
            <a:ext cx="1204029" cy="40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Field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CF7C774-70A0-0F43-BB3E-30F7C538D29C}"/>
              </a:ext>
            </a:extLst>
          </p:cNvPr>
          <p:cNvSpPr txBox="1"/>
          <p:nvPr/>
        </p:nvSpPr>
        <p:spPr>
          <a:xfrm>
            <a:off x="11098594" y="3606800"/>
            <a:ext cx="1204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Research Area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BD5F6DC-7F32-BE40-9250-6B35B8F390CB}"/>
              </a:ext>
            </a:extLst>
          </p:cNvPr>
          <p:cNvSpPr txBox="1"/>
          <p:nvPr/>
        </p:nvSpPr>
        <p:spPr>
          <a:xfrm>
            <a:off x="11122076" y="4743825"/>
            <a:ext cx="1204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Related Research Area</a:t>
            </a:r>
          </a:p>
        </p:txBody>
      </p:sp>
      <p:pic>
        <p:nvPicPr>
          <p:cNvPr id="89" name="図 74">
            <a:extLst>
              <a:ext uri="{FF2B5EF4-FFF2-40B4-BE49-F238E27FC236}">
                <a16:creationId xmlns:a16="http://schemas.microsoft.com/office/drawing/2014/main" id="{CB5A6430-78B8-5849-BC7F-12AF092FE8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9" b="10540"/>
          <a:stretch/>
        </p:blipFill>
        <p:spPr>
          <a:xfrm>
            <a:off x="7439699" y="862344"/>
            <a:ext cx="3927219" cy="27055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0" name="図 75">
            <a:extLst>
              <a:ext uri="{FF2B5EF4-FFF2-40B4-BE49-F238E27FC236}">
                <a16:creationId xmlns:a16="http://schemas.microsoft.com/office/drawing/2014/main" id="{C994060C-5E00-2049-A636-BCC1917DA0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" r="1803"/>
          <a:stretch/>
        </p:blipFill>
        <p:spPr>
          <a:xfrm>
            <a:off x="3583451" y="860784"/>
            <a:ext cx="3838448" cy="27086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8" name="図 23" descr="ノートパソコンで作業をしている人たち&#10;&#10;自動的に生成された説明">
            <a:extLst>
              <a:ext uri="{FF2B5EF4-FFF2-40B4-BE49-F238E27FC236}">
                <a16:creationId xmlns:a16="http://schemas.microsoft.com/office/drawing/2014/main" id="{FAD276FA-0906-C344-8C14-2CF6864DC1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50" t="4812" r="6381" b="-1"/>
          <a:stretch/>
        </p:blipFill>
        <p:spPr>
          <a:xfrm>
            <a:off x="67648" y="861754"/>
            <a:ext cx="3502649" cy="27086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5" name="正方形/長方形 5">
            <a:extLst>
              <a:ext uri="{FF2B5EF4-FFF2-40B4-BE49-F238E27FC236}">
                <a16:creationId xmlns:a16="http://schemas.microsoft.com/office/drawing/2014/main" id="{EBF7A9DD-528B-3A40-889C-79E09CDFBAC1}"/>
              </a:ext>
            </a:extLst>
          </p:cNvPr>
          <p:cNvSpPr/>
          <p:nvPr/>
        </p:nvSpPr>
        <p:spPr>
          <a:xfrm>
            <a:off x="70349" y="860146"/>
            <a:ext cx="11296569" cy="2709312"/>
          </a:xfrm>
          <a:prstGeom prst="rect">
            <a:avLst/>
          </a:prstGeom>
          <a:solidFill>
            <a:srgbClr val="7F7F7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87F3FD4-C9A9-DC48-9636-58B0F2E1C9C2}"/>
              </a:ext>
            </a:extLst>
          </p:cNvPr>
          <p:cNvSpPr txBox="1"/>
          <p:nvPr/>
        </p:nvSpPr>
        <p:spPr>
          <a:xfrm>
            <a:off x="4063249" y="1000697"/>
            <a:ext cx="3256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b="1" dirty="0">
                <a:solidFill>
                  <a:schemeClr val="bg1"/>
                </a:solidFill>
              </a:rPr>
              <a:t>Intercultural Collaboration</a:t>
            </a:r>
          </a:p>
        </p:txBody>
      </p:sp>
      <p:pic>
        <p:nvPicPr>
          <p:cNvPr id="11" name="Graphic 10" descr="Cloud with solid fill">
            <a:extLst>
              <a:ext uri="{FF2B5EF4-FFF2-40B4-BE49-F238E27FC236}">
                <a16:creationId xmlns:a16="http://schemas.microsoft.com/office/drawing/2014/main" id="{2874F30F-120A-9645-9700-872BFA1445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0870" y="2133432"/>
            <a:ext cx="3340644" cy="26229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FA0BE3-015E-DD40-BE9F-EFF1C0E0177A}"/>
              </a:ext>
            </a:extLst>
          </p:cNvPr>
          <p:cNvSpPr txBox="1"/>
          <p:nvPr/>
        </p:nvSpPr>
        <p:spPr>
          <a:xfrm>
            <a:off x="4730088" y="3132036"/>
            <a:ext cx="15584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400" dirty="0">
                <a:solidFill>
                  <a:schemeClr val="accent1">
                    <a:lumMod val="75000"/>
                  </a:schemeClr>
                </a:solidFill>
              </a:rPr>
              <a:t>Services </a:t>
            </a:r>
          </a:p>
          <a:p>
            <a:pPr algn="ctr"/>
            <a:r>
              <a:rPr lang="en-JP" sz="2400" dirty="0">
                <a:solidFill>
                  <a:schemeClr val="accent1">
                    <a:lumMod val="75000"/>
                  </a:schemeClr>
                </a:solidFill>
              </a:rPr>
              <a:t>Computing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FC529D2B-CD28-7140-B28C-901C76D25750}"/>
              </a:ext>
            </a:extLst>
          </p:cNvPr>
          <p:cNvCxnSpPr>
            <a:cxnSpLocks/>
          </p:cNvCxnSpPr>
          <p:nvPr/>
        </p:nvCxnSpPr>
        <p:spPr>
          <a:xfrm flipV="1">
            <a:off x="6965519" y="2629308"/>
            <a:ext cx="4398606" cy="972300"/>
          </a:xfrm>
          <a:prstGeom prst="bentConnector3">
            <a:avLst>
              <a:gd name="adj1" fmla="val 9995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7413428-95C1-994C-A722-A69388A8D26F}"/>
              </a:ext>
            </a:extLst>
          </p:cNvPr>
          <p:cNvSpPr/>
          <p:nvPr/>
        </p:nvSpPr>
        <p:spPr>
          <a:xfrm>
            <a:off x="11291572" y="2474845"/>
            <a:ext cx="145105" cy="1451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8D2F79BB-D7F1-7C4F-8A56-6B697B384682}"/>
              </a:ext>
            </a:extLst>
          </p:cNvPr>
          <p:cNvCxnSpPr>
            <a:cxnSpLocks/>
          </p:cNvCxnSpPr>
          <p:nvPr/>
        </p:nvCxnSpPr>
        <p:spPr>
          <a:xfrm flipV="1">
            <a:off x="6965519" y="3323653"/>
            <a:ext cx="3725640" cy="277634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D908630-EFF3-1040-A6E8-F3B3625F9AEE}"/>
              </a:ext>
            </a:extLst>
          </p:cNvPr>
          <p:cNvSpPr/>
          <p:nvPr/>
        </p:nvSpPr>
        <p:spPr>
          <a:xfrm>
            <a:off x="10637375" y="3184826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1CDAAE3E-4941-554B-99CA-DC3C957913E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2323" y="3720008"/>
            <a:ext cx="2461612" cy="1003490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13249DF-4779-9244-9766-991B9054886E}"/>
              </a:ext>
            </a:extLst>
          </p:cNvPr>
          <p:cNvSpPr/>
          <p:nvPr/>
        </p:nvSpPr>
        <p:spPr>
          <a:xfrm rot="10800000">
            <a:off x="352909" y="4723498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563B826B-F6EB-EE4C-91D8-C24A23996E2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09939" y="3719386"/>
            <a:ext cx="1553310" cy="253439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800C3D02-33CE-1F43-AB7D-63D0346052C7}"/>
              </a:ext>
            </a:extLst>
          </p:cNvPr>
          <p:cNvCxnSpPr>
            <a:cxnSpLocks/>
            <a:endCxn id="32" idx="4"/>
          </p:cNvCxnSpPr>
          <p:nvPr/>
        </p:nvCxnSpPr>
        <p:spPr>
          <a:xfrm rot="10800000">
            <a:off x="72488" y="3418108"/>
            <a:ext cx="4028969" cy="164031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D96189F8-36B0-A544-8918-50D8DE31FDB4}"/>
              </a:ext>
            </a:extLst>
          </p:cNvPr>
          <p:cNvSpPr/>
          <p:nvPr/>
        </p:nvSpPr>
        <p:spPr>
          <a:xfrm>
            <a:off x="3073" y="3279280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34" name="Graphic 33" descr="Robot outline">
            <a:extLst>
              <a:ext uri="{FF2B5EF4-FFF2-40B4-BE49-F238E27FC236}">
                <a16:creationId xmlns:a16="http://schemas.microsoft.com/office/drawing/2014/main" id="{46155F2A-E434-FD46-9F07-57E835A7D3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8970" y="4020010"/>
            <a:ext cx="2012164" cy="2012165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27B9DBF2-EB07-8942-BF59-46F1E6AB91BC}"/>
              </a:ext>
            </a:extLst>
          </p:cNvPr>
          <p:cNvGrpSpPr/>
          <p:nvPr/>
        </p:nvGrpSpPr>
        <p:grpSpPr>
          <a:xfrm>
            <a:off x="5069981" y="4915181"/>
            <a:ext cx="1330723" cy="971792"/>
            <a:chOff x="8827419" y="3911056"/>
            <a:chExt cx="1443983" cy="1383493"/>
          </a:xfrm>
        </p:grpSpPr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5D0F5595-E6D0-734F-A821-39A57D355017}"/>
                </a:ext>
              </a:extLst>
            </p:cNvPr>
            <p:cNvSpPr/>
            <p:nvPr/>
          </p:nvSpPr>
          <p:spPr>
            <a:xfrm rot="5400000">
              <a:off x="8499423" y="4242216"/>
              <a:ext cx="1380329" cy="724338"/>
            </a:xfrm>
            <a:prstGeom prst="parallelogram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2E54F17C-1485-284B-9B5B-B651638032D8}"/>
                </a:ext>
              </a:extLst>
            </p:cNvPr>
            <p:cNvSpPr/>
            <p:nvPr/>
          </p:nvSpPr>
          <p:spPr>
            <a:xfrm rot="5400000" flipV="1">
              <a:off x="9221415" y="4241399"/>
              <a:ext cx="1380329" cy="719644"/>
            </a:xfrm>
            <a:prstGeom prst="parallelogram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47E8BDC-A2BD-3240-9BCC-D6F30E501CE2}"/>
              </a:ext>
            </a:extLst>
          </p:cNvPr>
          <p:cNvSpPr txBox="1"/>
          <p:nvPr/>
        </p:nvSpPr>
        <p:spPr>
          <a:xfrm rot="21324645">
            <a:off x="5820115" y="5036757"/>
            <a:ext cx="681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3200" b="1" dirty="0">
                <a:solidFill>
                  <a:schemeClr val="accent1">
                    <a:lumMod val="75000"/>
                  </a:schemeClr>
                </a:solidFill>
              </a:rPr>
              <a:t>AI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E9F01A-A4CF-5646-96D1-5C75A42875E5}"/>
              </a:ext>
            </a:extLst>
          </p:cNvPr>
          <p:cNvSpPr txBox="1"/>
          <p:nvPr/>
        </p:nvSpPr>
        <p:spPr>
          <a:xfrm rot="467502">
            <a:off x="5178882" y="5394636"/>
            <a:ext cx="66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solidFill>
                  <a:schemeClr val="accent1">
                    <a:lumMod val="75000"/>
                  </a:schemeClr>
                </a:solidFill>
              </a:rPr>
              <a:t>NLP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690C69-F28E-CD4E-89F9-8F96701C4BF2}"/>
              </a:ext>
            </a:extLst>
          </p:cNvPr>
          <p:cNvSpPr txBox="1"/>
          <p:nvPr/>
        </p:nvSpPr>
        <p:spPr>
          <a:xfrm rot="392287">
            <a:off x="5123314" y="5050952"/>
            <a:ext cx="66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solidFill>
                  <a:schemeClr val="accent1">
                    <a:lumMod val="75000"/>
                  </a:schemeClr>
                </a:solidFill>
              </a:rPr>
              <a:t>ML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F34846EB-0D8E-B449-9B34-7D87D6BA723C}"/>
              </a:ext>
            </a:extLst>
          </p:cNvPr>
          <p:cNvCxnSpPr>
            <a:cxnSpLocks/>
          </p:cNvCxnSpPr>
          <p:nvPr/>
        </p:nvCxnSpPr>
        <p:spPr>
          <a:xfrm rot="5400000">
            <a:off x="5007787" y="4316444"/>
            <a:ext cx="440870" cy="1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phic 52" descr="Wi-Fi outline">
            <a:extLst>
              <a:ext uri="{FF2B5EF4-FFF2-40B4-BE49-F238E27FC236}">
                <a16:creationId xmlns:a16="http://schemas.microsoft.com/office/drawing/2014/main" id="{656558A2-A138-2146-A4DE-6170BFA692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70357" y="4361937"/>
            <a:ext cx="651421" cy="65142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F047A7A-DDA9-BC4E-B20F-A5948AB992AE}"/>
              </a:ext>
            </a:extLst>
          </p:cNvPr>
          <p:cNvSpPr txBox="1"/>
          <p:nvPr/>
        </p:nvSpPr>
        <p:spPr>
          <a:xfrm>
            <a:off x="1667296" y="4730214"/>
            <a:ext cx="891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3200" b="1" dirty="0">
                <a:solidFill>
                  <a:schemeClr val="accent1">
                    <a:lumMod val="75000"/>
                  </a:schemeClr>
                </a:solidFill>
              </a:rPr>
              <a:t>IOT</a:t>
            </a:r>
          </a:p>
        </p:txBody>
      </p:sp>
      <p:pic>
        <p:nvPicPr>
          <p:cNvPr id="60" name="Graphic 59" descr="Work from home Wi-Fi with solid fill">
            <a:extLst>
              <a:ext uri="{FF2B5EF4-FFF2-40B4-BE49-F238E27FC236}">
                <a16:creationId xmlns:a16="http://schemas.microsoft.com/office/drawing/2014/main" id="{0571F5E0-99E8-914F-B8A2-15E310527A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00695" y="4003963"/>
            <a:ext cx="325711" cy="325711"/>
          </a:xfrm>
          <a:prstGeom prst="rect">
            <a:avLst/>
          </a:prstGeom>
        </p:spPr>
      </p:pic>
      <p:pic>
        <p:nvPicPr>
          <p:cNvPr id="62" name="Graphic 61" descr="Thermometer with solid fill">
            <a:extLst>
              <a:ext uri="{FF2B5EF4-FFF2-40B4-BE49-F238E27FC236}">
                <a16:creationId xmlns:a16="http://schemas.microsoft.com/office/drawing/2014/main" id="{778B4E68-03EF-6E4D-87AF-F685F631A2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51846" y="4458321"/>
            <a:ext cx="320705" cy="320705"/>
          </a:xfrm>
          <a:prstGeom prst="rect">
            <a:avLst/>
          </a:prstGeom>
        </p:spPr>
      </p:pic>
      <p:pic>
        <p:nvPicPr>
          <p:cNvPr id="64" name="Graphic 63" descr="Lights On with solid fill">
            <a:extLst>
              <a:ext uri="{FF2B5EF4-FFF2-40B4-BE49-F238E27FC236}">
                <a16:creationId xmlns:a16="http://schemas.microsoft.com/office/drawing/2014/main" id="{E63BD083-F3B4-3B4A-8191-5DC577008CF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47262" y="4104536"/>
            <a:ext cx="363687" cy="363688"/>
          </a:xfrm>
          <a:prstGeom prst="rect">
            <a:avLst/>
          </a:prstGeom>
        </p:spPr>
      </p:pic>
      <p:pic>
        <p:nvPicPr>
          <p:cNvPr id="66" name="Graphic 65" descr="Security camera with solid fill">
            <a:extLst>
              <a:ext uri="{FF2B5EF4-FFF2-40B4-BE49-F238E27FC236}">
                <a16:creationId xmlns:a16="http://schemas.microsoft.com/office/drawing/2014/main" id="{18DF6839-244F-F342-8224-857F002A22E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625211" y="4567933"/>
            <a:ext cx="378917" cy="378917"/>
          </a:xfrm>
          <a:prstGeom prst="rect">
            <a:avLst/>
          </a:prstGeom>
        </p:spPr>
      </p:pic>
      <p:pic>
        <p:nvPicPr>
          <p:cNvPr id="68" name="Graphic 67" descr="Chat with solid fill">
            <a:extLst>
              <a:ext uri="{FF2B5EF4-FFF2-40B4-BE49-F238E27FC236}">
                <a16:creationId xmlns:a16="http://schemas.microsoft.com/office/drawing/2014/main" id="{79685691-7DA0-6F48-BAA0-6FC5932FC17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8901" y="4951257"/>
            <a:ext cx="473869" cy="473869"/>
          </a:xfrm>
          <a:prstGeom prst="rect">
            <a:avLst/>
          </a:prstGeom>
        </p:spPr>
      </p:pic>
      <p:pic>
        <p:nvPicPr>
          <p:cNvPr id="70" name="Graphic 69" descr="Envelope with solid fill">
            <a:extLst>
              <a:ext uri="{FF2B5EF4-FFF2-40B4-BE49-F238E27FC236}">
                <a16:creationId xmlns:a16="http://schemas.microsoft.com/office/drawing/2014/main" id="{AB762C87-6601-4A47-9EE3-AE615035E98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298574" y="5200445"/>
            <a:ext cx="370206" cy="370206"/>
          </a:xfrm>
          <a:prstGeom prst="rect">
            <a:avLst/>
          </a:prstGeom>
        </p:spPr>
      </p:pic>
      <p:pic>
        <p:nvPicPr>
          <p:cNvPr id="72" name="Graphic 71" descr="Car with solid fill">
            <a:extLst>
              <a:ext uri="{FF2B5EF4-FFF2-40B4-BE49-F238E27FC236}">
                <a16:creationId xmlns:a16="http://schemas.microsoft.com/office/drawing/2014/main" id="{10E20417-F80C-7E41-A877-255BC993106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674362" y="5393855"/>
            <a:ext cx="531544" cy="531544"/>
          </a:xfrm>
          <a:prstGeom prst="rect">
            <a:avLst/>
          </a:prstGeom>
        </p:spPr>
      </p:pic>
      <p:pic>
        <p:nvPicPr>
          <p:cNvPr id="74" name="Graphic 73" descr="World with solid fill">
            <a:extLst>
              <a:ext uri="{FF2B5EF4-FFF2-40B4-BE49-F238E27FC236}">
                <a16:creationId xmlns:a16="http://schemas.microsoft.com/office/drawing/2014/main" id="{3CA3B10C-B046-B74D-8C08-1115956E016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20483" y="5391685"/>
            <a:ext cx="446946" cy="446946"/>
          </a:xfrm>
          <a:prstGeom prst="rect">
            <a:avLst/>
          </a:prstGeom>
        </p:spPr>
      </p:pic>
      <p:pic>
        <p:nvPicPr>
          <p:cNvPr id="76" name="Graphic 75" descr="Database with solid fill">
            <a:extLst>
              <a:ext uri="{FF2B5EF4-FFF2-40B4-BE49-F238E27FC236}">
                <a16:creationId xmlns:a16="http://schemas.microsoft.com/office/drawing/2014/main" id="{BEB32BCC-F763-4448-8743-65830FB083C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530836" y="5365155"/>
            <a:ext cx="467417" cy="467417"/>
          </a:xfrm>
          <a:prstGeom prst="rect">
            <a:avLst/>
          </a:prstGeom>
        </p:spPr>
      </p:pic>
      <p:pic>
        <p:nvPicPr>
          <p:cNvPr id="78" name="Graphic 77" descr="Dog Food Bowl with solid fill">
            <a:extLst>
              <a:ext uri="{FF2B5EF4-FFF2-40B4-BE49-F238E27FC236}">
                <a16:creationId xmlns:a16="http://schemas.microsoft.com/office/drawing/2014/main" id="{208F187E-F5E4-AF4A-B397-4A89BE31DD7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574692" y="4048821"/>
            <a:ext cx="325711" cy="325711"/>
          </a:xfrm>
          <a:prstGeom prst="rect">
            <a:avLst/>
          </a:prstGeom>
        </p:spPr>
      </p:pic>
      <p:pic>
        <p:nvPicPr>
          <p:cNvPr id="80" name="Graphic 79" descr="Game controller with solid fill">
            <a:extLst>
              <a:ext uri="{FF2B5EF4-FFF2-40B4-BE49-F238E27FC236}">
                <a16:creationId xmlns:a16="http://schemas.microsoft.com/office/drawing/2014/main" id="{790AD00F-6FDB-4F48-A568-BF3F5D6C27E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18518" y="3882046"/>
            <a:ext cx="457341" cy="457341"/>
          </a:xfrm>
          <a:prstGeom prst="rect">
            <a:avLst/>
          </a:prstGeom>
        </p:spPr>
      </p:pic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5EF0DD5-2935-D54A-BA8E-3C6D2503B5AA}"/>
              </a:ext>
            </a:extLst>
          </p:cNvPr>
          <p:cNvCxnSpPr>
            <a:cxnSpLocks/>
            <a:stCxn id="60" idx="2"/>
          </p:cNvCxnSpPr>
          <p:nvPr/>
        </p:nvCxnSpPr>
        <p:spPr>
          <a:xfrm rot="16200000" flipH="1">
            <a:off x="1630047" y="4363176"/>
            <a:ext cx="475097" cy="408092"/>
          </a:xfrm>
          <a:prstGeom prst="bentConnector3">
            <a:avLst>
              <a:gd name="adj1" fmla="val 3201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CD1ED5ED-DDE7-3949-9C7D-4EA0D5C1B1A8}"/>
              </a:ext>
            </a:extLst>
          </p:cNvPr>
          <p:cNvCxnSpPr>
            <a:cxnSpLocks/>
            <a:endCxn id="70" idx="1"/>
          </p:cNvCxnSpPr>
          <p:nvPr/>
        </p:nvCxnSpPr>
        <p:spPr>
          <a:xfrm rot="16200000" flipH="1">
            <a:off x="2109892" y="5196865"/>
            <a:ext cx="191818" cy="18554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94A021D4-67FF-AB48-82D5-443E752D2500}"/>
              </a:ext>
            </a:extLst>
          </p:cNvPr>
          <p:cNvCxnSpPr/>
          <p:nvPr/>
        </p:nvCxnSpPr>
        <p:spPr>
          <a:xfrm rot="16200000" flipH="1">
            <a:off x="1166610" y="4169461"/>
            <a:ext cx="400540" cy="449479"/>
          </a:xfrm>
          <a:prstGeom prst="bentConnector3">
            <a:avLst>
              <a:gd name="adj1" fmla="val 579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BE31F75C-3427-584B-9B05-54AB2061F781}"/>
              </a:ext>
            </a:extLst>
          </p:cNvPr>
          <p:cNvCxnSpPr>
            <a:cxnSpLocks/>
          </p:cNvCxnSpPr>
          <p:nvPr/>
        </p:nvCxnSpPr>
        <p:spPr>
          <a:xfrm>
            <a:off x="2050766" y="5206760"/>
            <a:ext cx="623596" cy="442188"/>
          </a:xfrm>
          <a:prstGeom prst="bentConnector3">
            <a:avLst>
              <a:gd name="adj1" fmla="val 33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657C6666-5384-8645-A24E-4E335321D203}"/>
              </a:ext>
            </a:extLst>
          </p:cNvPr>
          <p:cNvCxnSpPr>
            <a:cxnSpLocks/>
            <a:stCxn id="62" idx="2"/>
          </p:cNvCxnSpPr>
          <p:nvPr/>
        </p:nvCxnSpPr>
        <p:spPr>
          <a:xfrm rot="16200000" flipH="1">
            <a:off x="1348163" y="4643062"/>
            <a:ext cx="160494" cy="43242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D67DE97E-B221-8143-88F7-2CE3E7758325}"/>
              </a:ext>
            </a:extLst>
          </p:cNvPr>
          <p:cNvCxnSpPr>
            <a:cxnSpLocks/>
          </p:cNvCxnSpPr>
          <p:nvPr/>
        </p:nvCxnSpPr>
        <p:spPr>
          <a:xfrm flipV="1">
            <a:off x="1372551" y="5200446"/>
            <a:ext cx="478347" cy="256547"/>
          </a:xfrm>
          <a:prstGeom prst="bentConnector3">
            <a:avLst>
              <a:gd name="adj1" fmla="val 3214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A6CD84D2-52C8-884A-95BE-B9F32A756948}"/>
              </a:ext>
            </a:extLst>
          </p:cNvPr>
          <p:cNvCxnSpPr>
            <a:cxnSpLocks/>
            <a:endCxn id="76" idx="0"/>
          </p:cNvCxnSpPr>
          <p:nvPr/>
        </p:nvCxnSpPr>
        <p:spPr>
          <a:xfrm rot="5400000">
            <a:off x="1763396" y="5195075"/>
            <a:ext cx="171229" cy="16893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00E462E5-FC4E-814E-9E29-4C3D94EDDAE2}"/>
              </a:ext>
            </a:extLst>
          </p:cNvPr>
          <p:cNvCxnSpPr>
            <a:cxnSpLocks/>
          </p:cNvCxnSpPr>
          <p:nvPr/>
        </p:nvCxnSpPr>
        <p:spPr>
          <a:xfrm flipV="1">
            <a:off x="1100151" y="5069984"/>
            <a:ext cx="544472" cy="34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9E15AD51-99ED-CF4E-A610-CAED96AB0BA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270942" y="4331339"/>
            <a:ext cx="476469" cy="44667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24AD1E2A-F46E-D54D-B545-F975F060695F}"/>
              </a:ext>
            </a:extLst>
          </p:cNvPr>
          <p:cNvCxnSpPr>
            <a:cxnSpLocks/>
            <a:endCxn id="66" idx="1"/>
          </p:cNvCxnSpPr>
          <p:nvPr/>
        </p:nvCxnSpPr>
        <p:spPr>
          <a:xfrm flipV="1">
            <a:off x="2330167" y="4757392"/>
            <a:ext cx="295043" cy="8573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C52F8150-9A37-FA44-B040-6CE3888FC66A}"/>
              </a:ext>
            </a:extLst>
          </p:cNvPr>
          <p:cNvCxnSpPr>
            <a:cxnSpLocks/>
            <a:endCxn id="64" idx="2"/>
          </p:cNvCxnSpPr>
          <p:nvPr/>
        </p:nvCxnSpPr>
        <p:spPr>
          <a:xfrm rot="5400000" flipH="1" flipV="1">
            <a:off x="2043907" y="4602827"/>
            <a:ext cx="319802" cy="5059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Smart Phone with solid fill">
            <a:extLst>
              <a:ext uri="{FF2B5EF4-FFF2-40B4-BE49-F238E27FC236}">
                <a16:creationId xmlns:a16="http://schemas.microsoft.com/office/drawing/2014/main" id="{DF113E89-B202-9845-812E-0DB0F0014CB4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931313" y="4992398"/>
            <a:ext cx="486883" cy="486883"/>
          </a:xfrm>
          <a:prstGeom prst="rect">
            <a:avLst/>
          </a:prstGeom>
        </p:spPr>
      </p:pic>
      <p:cxnSp>
        <p:nvCxnSpPr>
          <p:cNvPr id="122" name="Elbow Connector 121">
            <a:extLst>
              <a:ext uri="{FF2B5EF4-FFF2-40B4-BE49-F238E27FC236}">
                <a16:creationId xmlns:a16="http://schemas.microsoft.com/office/drawing/2014/main" id="{60678E5B-518A-484C-82D9-7E1A12356E89}"/>
              </a:ext>
            </a:extLst>
          </p:cNvPr>
          <p:cNvCxnSpPr>
            <a:cxnSpLocks/>
          </p:cNvCxnSpPr>
          <p:nvPr/>
        </p:nvCxnSpPr>
        <p:spPr>
          <a:xfrm>
            <a:off x="2321269" y="5037131"/>
            <a:ext cx="713560" cy="2103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ED995EB-59DB-EB48-B7EE-2992641F5233}"/>
              </a:ext>
            </a:extLst>
          </p:cNvPr>
          <p:cNvGrpSpPr/>
          <p:nvPr/>
        </p:nvGrpSpPr>
        <p:grpSpPr>
          <a:xfrm>
            <a:off x="7725067" y="3851641"/>
            <a:ext cx="2930158" cy="2452246"/>
            <a:chOff x="8078937" y="3743699"/>
            <a:chExt cx="3546066" cy="3009905"/>
          </a:xfrm>
        </p:grpSpPr>
        <p:pic>
          <p:nvPicPr>
            <p:cNvPr id="129" name="Graphic 128" descr="Cycle with people outline">
              <a:extLst>
                <a:ext uri="{FF2B5EF4-FFF2-40B4-BE49-F238E27FC236}">
                  <a16:creationId xmlns:a16="http://schemas.microsoft.com/office/drawing/2014/main" id="{E90CD901-AF50-0F4A-9641-59A7CF240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8996860" y="3743699"/>
              <a:ext cx="1052293" cy="1052293"/>
            </a:xfrm>
            <a:prstGeom prst="rect">
              <a:avLst/>
            </a:prstGeom>
          </p:spPr>
        </p:pic>
        <p:pic>
          <p:nvPicPr>
            <p:cNvPr id="131" name="Graphic 130" descr="Cycle with people outline">
              <a:extLst>
                <a:ext uri="{FF2B5EF4-FFF2-40B4-BE49-F238E27FC236}">
                  <a16:creationId xmlns:a16="http://schemas.microsoft.com/office/drawing/2014/main" id="{17AC7EB1-AFFE-1A46-9601-605E8FD8E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078937" y="4190866"/>
              <a:ext cx="1210967" cy="1210967"/>
            </a:xfrm>
            <a:prstGeom prst="rect">
              <a:avLst/>
            </a:prstGeom>
          </p:spPr>
        </p:pic>
        <p:pic>
          <p:nvPicPr>
            <p:cNvPr id="133" name="Graphic 132" descr="Social network outline">
              <a:extLst>
                <a:ext uri="{FF2B5EF4-FFF2-40B4-BE49-F238E27FC236}">
                  <a16:creationId xmlns:a16="http://schemas.microsoft.com/office/drawing/2014/main" id="{210D7448-A8EE-F142-864D-99482BA1D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10036578" y="3852746"/>
              <a:ext cx="1588425" cy="1588425"/>
            </a:xfrm>
            <a:prstGeom prst="rect">
              <a:avLst/>
            </a:prstGeom>
          </p:spPr>
        </p:pic>
        <p:pic>
          <p:nvPicPr>
            <p:cNvPr id="134" name="Graphic 133" descr="Social network outline">
              <a:extLst>
                <a:ext uri="{FF2B5EF4-FFF2-40B4-BE49-F238E27FC236}">
                  <a16:creationId xmlns:a16="http://schemas.microsoft.com/office/drawing/2014/main" id="{B62CD6EF-45FC-BD43-9589-BAAB1EAF9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8612414" y="5165179"/>
              <a:ext cx="1588425" cy="1588425"/>
            </a:xfrm>
            <a:prstGeom prst="rect">
              <a:avLst/>
            </a:prstGeom>
          </p:spPr>
        </p:pic>
        <p:pic>
          <p:nvPicPr>
            <p:cNvPr id="135" name="Graphic 134" descr="Cycle with people outline">
              <a:extLst>
                <a:ext uri="{FF2B5EF4-FFF2-40B4-BE49-F238E27FC236}">
                  <a16:creationId xmlns:a16="http://schemas.microsoft.com/office/drawing/2014/main" id="{18737C56-3D42-1D4C-8837-3399BE299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10215618" y="5149136"/>
              <a:ext cx="1052293" cy="1052293"/>
            </a:xfrm>
            <a:prstGeom prst="rect">
              <a:avLst/>
            </a:prstGeom>
          </p:spPr>
        </p:pic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DDD28ABF-A005-FE4D-9491-ADE41B0F82EA}"/>
                </a:ext>
              </a:extLst>
            </p:cNvPr>
            <p:cNvCxnSpPr/>
            <p:nvPr/>
          </p:nvCxnSpPr>
          <p:spPr>
            <a:xfrm>
              <a:off x="8897990" y="4534709"/>
              <a:ext cx="20973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7AF32ED-846C-0F41-9E98-B2F97AD92CCF}"/>
                </a:ext>
              </a:extLst>
            </p:cNvPr>
            <p:cNvCxnSpPr>
              <a:cxnSpLocks/>
            </p:cNvCxnSpPr>
            <p:nvPr/>
          </p:nvCxnSpPr>
          <p:spPr>
            <a:xfrm>
              <a:off x="9045004" y="5230409"/>
              <a:ext cx="210659" cy="1714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14ABA8BF-9F37-4349-9B99-DB5D09A6525A}"/>
                </a:ext>
              </a:extLst>
            </p:cNvPr>
            <p:cNvCxnSpPr>
              <a:cxnSpLocks/>
            </p:cNvCxnSpPr>
            <p:nvPr/>
          </p:nvCxnSpPr>
          <p:spPr>
            <a:xfrm>
              <a:off x="8443887" y="5252547"/>
              <a:ext cx="307442" cy="4421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8FE3425-419A-2A4C-A18B-05B31D4F9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83290" y="5260446"/>
              <a:ext cx="36566" cy="34659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E2852147-6ED7-5343-9E1E-FE51F4E223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6558" y="5521402"/>
              <a:ext cx="484659" cy="26620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D2A5E3E6-E416-1E46-B9FC-D91982EAC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1842" y="4940327"/>
              <a:ext cx="36566" cy="34659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D6BBCEA9-7D2B-8C4A-898D-1DAD13B84F8D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06" y="4067382"/>
              <a:ext cx="897067" cy="907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E079976-BD9D-D54D-A92C-14C85F9924F6}"/>
                </a:ext>
              </a:extLst>
            </p:cNvPr>
            <p:cNvCxnSpPr>
              <a:cxnSpLocks/>
            </p:cNvCxnSpPr>
            <p:nvPr/>
          </p:nvCxnSpPr>
          <p:spPr>
            <a:xfrm>
              <a:off x="9897321" y="4489295"/>
              <a:ext cx="25070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D1F0FC04-56AF-ED47-8F9B-53027F37602C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06" y="4185610"/>
              <a:ext cx="494012" cy="21384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82E7D3FF-C3B5-1241-92F8-8DCDE8B22844}"/>
                </a:ext>
              </a:extLst>
            </p:cNvPr>
            <p:cNvSpPr txBox="1"/>
            <p:nvPr/>
          </p:nvSpPr>
          <p:spPr>
            <a:xfrm>
              <a:off x="8941282" y="4614260"/>
              <a:ext cx="1170223" cy="41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600" b="1" dirty="0">
                  <a:solidFill>
                    <a:schemeClr val="accent1">
                      <a:lumMod val="75000"/>
                    </a:schemeClr>
                  </a:solidFill>
                </a:rPr>
                <a:t>People &amp;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2285DCF-C7FA-AC4D-89BF-2FDA8E0F4662}"/>
                </a:ext>
              </a:extLst>
            </p:cNvPr>
            <p:cNvSpPr txBox="1"/>
            <p:nvPr/>
          </p:nvSpPr>
          <p:spPr>
            <a:xfrm>
              <a:off x="9243434" y="4901080"/>
              <a:ext cx="1170223" cy="41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600" b="1" dirty="0">
                  <a:solidFill>
                    <a:schemeClr val="accent1">
                      <a:lumMod val="75000"/>
                    </a:schemeClr>
                  </a:solidFill>
                </a:rPr>
                <a:t>Crowd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A528E3B-E756-7B41-96D4-7DCE5DB55815}"/>
                </a:ext>
              </a:extLst>
            </p:cNvPr>
            <p:cNvSpPr txBox="1"/>
            <p:nvPr/>
          </p:nvSpPr>
          <p:spPr>
            <a:xfrm>
              <a:off x="9445806" y="5190436"/>
              <a:ext cx="1170223" cy="41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600" b="1" dirty="0">
                  <a:solidFill>
                    <a:schemeClr val="accent1">
                      <a:lumMod val="75000"/>
                    </a:schemeClr>
                  </a:solidFill>
                </a:rPr>
                <a:t> Sourcing</a:t>
              </a:r>
            </a:p>
          </p:txBody>
        </p:sp>
      </p:grp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8652166E-C78B-8E44-92BC-438E27AD0D5A}"/>
              </a:ext>
            </a:extLst>
          </p:cNvPr>
          <p:cNvCxnSpPr>
            <a:cxnSpLocks/>
          </p:cNvCxnSpPr>
          <p:nvPr/>
        </p:nvCxnSpPr>
        <p:spPr>
          <a:xfrm>
            <a:off x="6995336" y="3796309"/>
            <a:ext cx="3865043" cy="102209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Oval 168">
            <a:extLst>
              <a:ext uri="{FF2B5EF4-FFF2-40B4-BE49-F238E27FC236}">
                <a16:creationId xmlns:a16="http://schemas.microsoft.com/office/drawing/2014/main" id="{4C9123A0-8093-434D-A5C8-78019CDFF899}"/>
              </a:ext>
            </a:extLst>
          </p:cNvPr>
          <p:cNvSpPr/>
          <p:nvPr/>
        </p:nvSpPr>
        <p:spPr>
          <a:xfrm rot="10800000">
            <a:off x="10781027" y="3898518"/>
            <a:ext cx="138827" cy="138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EA99DA-214E-1C4B-962A-D6B16981A3D9}"/>
              </a:ext>
            </a:extLst>
          </p:cNvPr>
          <p:cNvSpPr txBox="1"/>
          <p:nvPr/>
        </p:nvSpPr>
        <p:spPr>
          <a:xfrm>
            <a:off x="4122549" y="75011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JP" dirty="0"/>
          </a:p>
        </p:txBody>
      </p: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D7DCFDC2-0C28-564B-A5BF-777BFCADBFAC}"/>
              </a:ext>
            </a:extLst>
          </p:cNvPr>
          <p:cNvCxnSpPr>
            <a:cxnSpLocks/>
          </p:cNvCxnSpPr>
          <p:nvPr/>
        </p:nvCxnSpPr>
        <p:spPr>
          <a:xfrm rot="5400000">
            <a:off x="7994188" y="4020010"/>
            <a:ext cx="440870" cy="1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949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 descr="A group of people looking at a map&#10;&#10;Description automatically generated with medium confidence">
            <a:extLst>
              <a:ext uri="{FF2B5EF4-FFF2-40B4-BE49-F238E27FC236}">
                <a16:creationId xmlns:a16="http://schemas.microsoft.com/office/drawing/2014/main" id="{F28C7037-0CF4-C44E-8D0D-BE5C2C737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232" y="858623"/>
            <a:ext cx="4585803" cy="25890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5" name="Picture 84" descr="Two people looking at a white board with colorful sticky notes&#10;&#10;Description automatically generated with low confidence">
            <a:extLst>
              <a:ext uri="{FF2B5EF4-FFF2-40B4-BE49-F238E27FC236}">
                <a16:creationId xmlns:a16="http://schemas.microsoft.com/office/drawing/2014/main" id="{BC613D9D-78D6-2A41-82DE-CEABA4FBD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97" y="849214"/>
            <a:ext cx="3723914" cy="25483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6" name="図 23" descr="ノートパソコンで作業をしている人たち&#10;&#10;自動的に生成された説明">
            <a:extLst>
              <a:ext uri="{FF2B5EF4-FFF2-40B4-BE49-F238E27FC236}">
                <a16:creationId xmlns:a16="http://schemas.microsoft.com/office/drawing/2014/main" id="{FB717ECF-4E42-D74C-8C44-7DEB5A3BD40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950" r="6381"/>
          <a:stretch/>
        </p:blipFill>
        <p:spPr>
          <a:xfrm>
            <a:off x="6896619" y="836164"/>
            <a:ext cx="3199381" cy="25991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8D9FE1B-955B-8640-91FD-7D1242455960}"/>
              </a:ext>
            </a:extLst>
          </p:cNvPr>
          <p:cNvGrpSpPr/>
          <p:nvPr/>
        </p:nvGrpSpPr>
        <p:grpSpPr>
          <a:xfrm>
            <a:off x="286960" y="1566087"/>
            <a:ext cx="10212886" cy="5064963"/>
            <a:chOff x="566997" y="1250960"/>
            <a:chExt cx="11513273" cy="570987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E977DC-5E01-2946-9154-A636A9E38D02}"/>
                </a:ext>
              </a:extLst>
            </p:cNvPr>
            <p:cNvSpPr txBox="1"/>
            <p:nvPr/>
          </p:nvSpPr>
          <p:spPr>
            <a:xfrm>
              <a:off x="3141905" y="1250960"/>
              <a:ext cx="857353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4400" b="1" dirty="0">
                  <a:ln w="6350"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39700">
                      <a:schemeClr val="accent1">
                        <a:satMod val="175000"/>
                        <a:alpha val="40000"/>
                      </a:schemeClr>
                    </a:glow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Intercultural Collaboration</a:t>
              </a:r>
            </a:p>
          </p:txBody>
        </p:sp>
        <p:pic>
          <p:nvPicPr>
            <p:cNvPr id="11" name="Graphic 10" descr="Cloud with solid fill">
              <a:extLst>
                <a:ext uri="{FF2B5EF4-FFF2-40B4-BE49-F238E27FC236}">
                  <a16:creationId xmlns:a16="http://schemas.microsoft.com/office/drawing/2014/main" id="{2874F30F-120A-9645-9700-872BFA144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10162" y="1250960"/>
              <a:ext cx="4689261" cy="368185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FA0BE3-015E-DD40-BE9F-EFF1C0E0177A}"/>
                </a:ext>
              </a:extLst>
            </p:cNvPr>
            <p:cNvSpPr txBox="1"/>
            <p:nvPr/>
          </p:nvSpPr>
          <p:spPr>
            <a:xfrm>
              <a:off x="4829035" y="2652700"/>
              <a:ext cx="2533930" cy="1353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3600" dirty="0">
                  <a:solidFill>
                    <a:schemeClr val="tx2"/>
                  </a:solidFill>
                </a:rPr>
                <a:t>Service </a:t>
              </a:r>
            </a:p>
            <a:p>
              <a:pPr algn="ctr"/>
              <a:r>
                <a:rPr lang="en-JP" sz="3600" dirty="0">
                  <a:solidFill>
                    <a:schemeClr val="tx2"/>
                  </a:solidFill>
                </a:rPr>
                <a:t>Computing</a:t>
              </a:r>
            </a:p>
          </p:txBody>
        </p:sp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FC529D2B-CD28-7140-B28C-901C76D25750}"/>
                </a:ext>
              </a:extLst>
            </p:cNvPr>
            <p:cNvCxnSpPr>
              <a:cxnSpLocks/>
              <a:endCxn id="17" idx="4"/>
            </p:cNvCxnSpPr>
            <p:nvPr/>
          </p:nvCxnSpPr>
          <p:spPr>
            <a:xfrm flipV="1">
              <a:off x="8169639" y="2020401"/>
              <a:ext cx="3455364" cy="1408599"/>
            </a:xfrm>
            <a:prstGeom prst="bentConnector2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7413428-95C1-994C-A722-A69388A8D26F}"/>
                </a:ext>
              </a:extLst>
            </p:cNvPr>
            <p:cNvSpPr/>
            <p:nvPr/>
          </p:nvSpPr>
          <p:spPr>
            <a:xfrm>
              <a:off x="11527567" y="1825529"/>
              <a:ext cx="194872" cy="19487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8D2F79BB-D7F1-7C4F-8A56-6B697B384682}"/>
                </a:ext>
              </a:extLst>
            </p:cNvPr>
            <p:cNvCxnSpPr>
              <a:cxnSpLocks/>
              <a:endCxn id="20" idx="4"/>
            </p:cNvCxnSpPr>
            <p:nvPr/>
          </p:nvCxnSpPr>
          <p:spPr>
            <a:xfrm flipV="1">
              <a:off x="8125834" y="2950153"/>
              <a:ext cx="2395403" cy="361235"/>
            </a:xfrm>
            <a:prstGeom prst="bentConnector2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D908630-EFF3-1040-A6E8-F3B3625F9AEE}"/>
                </a:ext>
              </a:extLst>
            </p:cNvPr>
            <p:cNvSpPr/>
            <p:nvPr/>
          </p:nvSpPr>
          <p:spPr>
            <a:xfrm>
              <a:off x="10423801" y="2755281"/>
              <a:ext cx="194872" cy="19487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1CDAAE3E-4941-554B-99CA-DC3C957913E4}"/>
                </a:ext>
              </a:extLst>
            </p:cNvPr>
            <p:cNvCxnSpPr>
              <a:cxnSpLocks/>
              <a:endCxn id="23" idx="4"/>
            </p:cNvCxnSpPr>
            <p:nvPr/>
          </p:nvCxnSpPr>
          <p:spPr>
            <a:xfrm rot="10800000" flipV="1">
              <a:off x="664433" y="3363083"/>
              <a:ext cx="3455364" cy="1408599"/>
            </a:xfrm>
            <a:prstGeom prst="bentConnector2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13249DF-4779-9244-9766-991B9054886E}"/>
                </a:ext>
              </a:extLst>
            </p:cNvPr>
            <p:cNvSpPr/>
            <p:nvPr/>
          </p:nvSpPr>
          <p:spPr>
            <a:xfrm rot="10800000">
              <a:off x="566997" y="4771682"/>
              <a:ext cx="194872" cy="19487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63B826B-F6EB-EE4C-91D8-C24A23996E2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885785" y="3477163"/>
              <a:ext cx="2180381" cy="355752"/>
            </a:xfrm>
            <a:prstGeom prst="bentConnector2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>
              <a:extLst>
                <a:ext uri="{FF2B5EF4-FFF2-40B4-BE49-F238E27FC236}">
                  <a16:creationId xmlns:a16="http://schemas.microsoft.com/office/drawing/2014/main" id="{800C3D02-33CE-1F43-AB7D-63D0346052C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142425" y="2911270"/>
              <a:ext cx="2977372" cy="361235"/>
            </a:xfrm>
            <a:prstGeom prst="bentConnector3">
              <a:avLst>
                <a:gd name="adj1" fmla="val 99844"/>
              </a:avLst>
            </a:prstGeom>
            <a:solidFill>
              <a:schemeClr val="tx1">
                <a:lumMod val="50000"/>
                <a:lumOff val="50000"/>
              </a:schemeClr>
            </a:solidFill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96189F8-36B0-A544-8918-50D8DE31FDB4}"/>
                </a:ext>
              </a:extLst>
            </p:cNvPr>
            <p:cNvSpPr/>
            <p:nvPr/>
          </p:nvSpPr>
          <p:spPr>
            <a:xfrm>
              <a:off x="1051989" y="2892542"/>
              <a:ext cx="194872" cy="19487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pic>
          <p:nvPicPr>
            <p:cNvPr id="34" name="Graphic 33" descr="Robot outline">
              <a:extLst>
                <a:ext uri="{FF2B5EF4-FFF2-40B4-BE49-F238E27FC236}">
                  <a16:creationId xmlns:a16="http://schemas.microsoft.com/office/drawing/2014/main" id="{46155F2A-E434-FD46-9F07-57E835A7D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46960" y="4125864"/>
              <a:ext cx="2824475" cy="2824475"/>
            </a:xfrm>
            <a:prstGeom prst="rect">
              <a:avLst/>
            </a:prstGeom>
          </p:spPr>
        </p:pic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7B9DBF2-EB07-8942-BF59-46F1E6AB91BC}"/>
                </a:ext>
              </a:extLst>
            </p:cNvPr>
            <p:cNvGrpSpPr/>
            <p:nvPr/>
          </p:nvGrpSpPr>
          <p:grpSpPr>
            <a:xfrm>
              <a:off x="5283525" y="5351490"/>
              <a:ext cx="1867936" cy="1364104"/>
              <a:chOff x="8827419" y="3911056"/>
              <a:chExt cx="1443983" cy="1383493"/>
            </a:xfrm>
          </p:grpSpPr>
          <p:sp>
            <p:nvSpPr>
              <p:cNvPr id="42" name="Parallelogram 41">
                <a:extLst>
                  <a:ext uri="{FF2B5EF4-FFF2-40B4-BE49-F238E27FC236}">
                    <a16:creationId xmlns:a16="http://schemas.microsoft.com/office/drawing/2014/main" id="{5D0F5595-E6D0-734F-A821-39A57D355017}"/>
                  </a:ext>
                </a:extLst>
              </p:cNvPr>
              <p:cNvSpPr/>
              <p:nvPr/>
            </p:nvSpPr>
            <p:spPr>
              <a:xfrm rot="5400000">
                <a:off x="8499423" y="4242216"/>
                <a:ext cx="1380329" cy="724338"/>
              </a:xfrm>
              <a:prstGeom prst="parallelogram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2E54F17C-1485-284B-9B5B-B651638032D8}"/>
                  </a:ext>
                </a:extLst>
              </p:cNvPr>
              <p:cNvSpPr/>
              <p:nvPr/>
            </p:nvSpPr>
            <p:spPr>
              <a:xfrm rot="5400000" flipV="1">
                <a:off x="9221415" y="4241399"/>
                <a:ext cx="1380329" cy="719644"/>
              </a:xfrm>
              <a:prstGeom prst="parallelogram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47E8BDC-A2BD-3240-9BCC-D6F30E501CE2}"/>
                </a:ext>
              </a:extLst>
            </p:cNvPr>
            <p:cNvSpPr txBox="1"/>
            <p:nvPr/>
          </p:nvSpPr>
          <p:spPr>
            <a:xfrm rot="21324645">
              <a:off x="6336489" y="5498865"/>
              <a:ext cx="956890" cy="867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4400" b="1" dirty="0">
                  <a:solidFill>
                    <a:schemeClr val="tx2"/>
                  </a:solidFill>
                </a:rPr>
                <a:t>AI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EE9F01A-A4CF-5646-96D1-5C75A42875E5}"/>
                </a:ext>
              </a:extLst>
            </p:cNvPr>
            <p:cNvSpPr txBox="1"/>
            <p:nvPr/>
          </p:nvSpPr>
          <p:spPr>
            <a:xfrm rot="467502">
              <a:off x="5351897" y="5988796"/>
              <a:ext cx="939620" cy="589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800" dirty="0">
                  <a:solidFill>
                    <a:schemeClr val="tx2"/>
                  </a:solidFill>
                </a:rPr>
                <a:t>NLP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A690C69-F28E-CD4E-89F9-8F96701C4BF2}"/>
                </a:ext>
              </a:extLst>
            </p:cNvPr>
            <p:cNvSpPr txBox="1"/>
            <p:nvPr/>
          </p:nvSpPr>
          <p:spPr>
            <a:xfrm rot="392287">
              <a:off x="5358390" y="5506368"/>
              <a:ext cx="939620" cy="589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800" dirty="0">
                  <a:solidFill>
                    <a:schemeClr val="tx2"/>
                  </a:solidFill>
                </a:rPr>
                <a:t>ML</a:t>
              </a:r>
            </a:p>
          </p:txBody>
        </p:sp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F34846EB-0D8E-B449-9B34-7D87D6BA723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35238" y="4316876"/>
              <a:ext cx="618849" cy="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" name="Graphic 52" descr="Wi-Fi outline">
              <a:extLst>
                <a:ext uri="{FF2B5EF4-FFF2-40B4-BE49-F238E27FC236}">
                  <a16:creationId xmlns:a16="http://schemas.microsoft.com/office/drawing/2014/main" id="{656558A2-A138-2146-A4DE-6170BFA69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14112" y="4264158"/>
              <a:ext cx="914400" cy="91440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F047A7A-DDA9-BC4E-B20F-A5948AB992AE}"/>
                </a:ext>
              </a:extLst>
            </p:cNvPr>
            <p:cNvSpPr txBox="1"/>
            <p:nvPr/>
          </p:nvSpPr>
          <p:spPr>
            <a:xfrm>
              <a:off x="1890555" y="4781108"/>
              <a:ext cx="1251350" cy="867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4400" b="1" dirty="0">
                  <a:solidFill>
                    <a:schemeClr val="tx2"/>
                  </a:solidFill>
                </a:rPr>
                <a:t>IOT</a:t>
              </a:r>
            </a:p>
          </p:txBody>
        </p:sp>
        <p:pic>
          <p:nvPicPr>
            <p:cNvPr id="60" name="Graphic 59" descr="Work from home Wi-Fi with solid fill">
              <a:extLst>
                <a:ext uri="{FF2B5EF4-FFF2-40B4-BE49-F238E27FC236}">
                  <a16:creationId xmlns:a16="http://schemas.microsoft.com/office/drawing/2014/main" id="{0571F5E0-99E8-914F-B8A2-15E310527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656697" y="3761670"/>
              <a:ext cx="457200" cy="457200"/>
            </a:xfrm>
            <a:prstGeom prst="rect">
              <a:avLst/>
            </a:prstGeom>
          </p:spPr>
        </p:pic>
        <p:pic>
          <p:nvPicPr>
            <p:cNvPr id="62" name="Graphic 61" descr="Thermometer with solid fill">
              <a:extLst>
                <a:ext uri="{FF2B5EF4-FFF2-40B4-BE49-F238E27FC236}">
                  <a16:creationId xmlns:a16="http://schemas.microsoft.com/office/drawing/2014/main" id="{778B4E68-03EF-6E4D-87AF-F685F631A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26649" y="4399453"/>
              <a:ext cx="450173" cy="450173"/>
            </a:xfrm>
            <a:prstGeom prst="rect">
              <a:avLst/>
            </a:prstGeom>
          </p:spPr>
        </p:pic>
        <p:pic>
          <p:nvPicPr>
            <p:cNvPr id="64" name="Graphic 63" descr="Lights On with solid fill">
              <a:extLst>
                <a:ext uri="{FF2B5EF4-FFF2-40B4-BE49-F238E27FC236}">
                  <a16:creationId xmlns:a16="http://schemas.microsoft.com/office/drawing/2014/main" id="{E63BD083-F3B4-3B4A-8191-5DC577008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423914" y="3902845"/>
              <a:ext cx="510508" cy="510508"/>
            </a:xfrm>
            <a:prstGeom prst="rect">
              <a:avLst/>
            </a:prstGeom>
          </p:spPr>
        </p:pic>
        <p:pic>
          <p:nvPicPr>
            <p:cNvPr id="66" name="Graphic 65" descr="Security camera with solid fill">
              <a:extLst>
                <a:ext uri="{FF2B5EF4-FFF2-40B4-BE49-F238E27FC236}">
                  <a16:creationId xmlns:a16="http://schemas.microsoft.com/office/drawing/2014/main" id="{18DF6839-244F-F342-8224-857F002A2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235180" y="4553315"/>
              <a:ext cx="531886" cy="531886"/>
            </a:xfrm>
            <a:prstGeom prst="rect">
              <a:avLst/>
            </a:prstGeom>
          </p:spPr>
        </p:pic>
        <p:pic>
          <p:nvPicPr>
            <p:cNvPr id="68" name="Graphic 67" descr="Chat with solid fill">
              <a:extLst>
                <a:ext uri="{FF2B5EF4-FFF2-40B4-BE49-F238E27FC236}">
                  <a16:creationId xmlns:a16="http://schemas.microsoft.com/office/drawing/2014/main" id="{79685691-7DA0-6F48-BAA0-6FC5932FC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57552" y="5091386"/>
              <a:ext cx="665170" cy="665170"/>
            </a:xfrm>
            <a:prstGeom prst="rect">
              <a:avLst/>
            </a:prstGeom>
          </p:spPr>
        </p:pic>
        <p:pic>
          <p:nvPicPr>
            <p:cNvPr id="70" name="Graphic 69" descr="Envelope with solid fill">
              <a:extLst>
                <a:ext uri="{FF2B5EF4-FFF2-40B4-BE49-F238E27FC236}">
                  <a16:creationId xmlns:a16="http://schemas.microsoft.com/office/drawing/2014/main" id="{AB762C87-6601-4A47-9EE3-AE615035E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776680" y="5441171"/>
              <a:ext cx="519658" cy="519658"/>
            </a:xfrm>
            <a:prstGeom prst="rect">
              <a:avLst/>
            </a:prstGeom>
          </p:spPr>
        </p:pic>
        <p:pic>
          <p:nvPicPr>
            <p:cNvPr id="72" name="Graphic 71" descr="Car with solid fill">
              <a:extLst>
                <a:ext uri="{FF2B5EF4-FFF2-40B4-BE49-F238E27FC236}">
                  <a16:creationId xmlns:a16="http://schemas.microsoft.com/office/drawing/2014/main" id="{10E20417-F80C-7E41-A877-255BC9931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3304174" y="5712661"/>
              <a:ext cx="746128" cy="746128"/>
            </a:xfrm>
            <a:prstGeom prst="rect">
              <a:avLst/>
            </a:prstGeom>
          </p:spPr>
        </p:pic>
        <p:pic>
          <p:nvPicPr>
            <p:cNvPr id="74" name="Graphic 73" descr="World with solid fill">
              <a:extLst>
                <a:ext uri="{FF2B5EF4-FFF2-40B4-BE49-F238E27FC236}">
                  <a16:creationId xmlns:a16="http://schemas.microsoft.com/office/drawing/2014/main" id="{3CA3B10C-B046-B74D-8C08-1115956E0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982624" y="5709615"/>
              <a:ext cx="627378" cy="627378"/>
            </a:xfrm>
            <a:prstGeom prst="rect">
              <a:avLst/>
            </a:prstGeom>
          </p:spPr>
        </p:pic>
        <p:pic>
          <p:nvPicPr>
            <p:cNvPr id="76" name="Graphic 75" descr="Database with solid fill">
              <a:extLst>
                <a:ext uri="{FF2B5EF4-FFF2-40B4-BE49-F238E27FC236}">
                  <a16:creationId xmlns:a16="http://schemas.microsoft.com/office/drawing/2014/main" id="{BEB32BCC-F763-4448-8743-65830FB08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699006" y="5672375"/>
              <a:ext cx="656113" cy="656113"/>
            </a:xfrm>
            <a:prstGeom prst="rect">
              <a:avLst/>
            </a:prstGeom>
          </p:spPr>
        </p:pic>
        <p:pic>
          <p:nvPicPr>
            <p:cNvPr id="78" name="Graphic 77" descr="Dog Food Bowl with solid fill">
              <a:extLst>
                <a:ext uri="{FF2B5EF4-FFF2-40B4-BE49-F238E27FC236}">
                  <a16:creationId xmlns:a16="http://schemas.microsoft.com/office/drawing/2014/main" id="{208F187E-F5E4-AF4A-B397-4A89BE31D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164267" y="3824637"/>
              <a:ext cx="457200" cy="457200"/>
            </a:xfrm>
            <a:prstGeom prst="rect">
              <a:avLst/>
            </a:prstGeom>
          </p:spPr>
        </p:pic>
        <p:pic>
          <p:nvPicPr>
            <p:cNvPr id="80" name="Graphic 79" descr="Game controller with solid fill">
              <a:extLst>
                <a:ext uri="{FF2B5EF4-FFF2-40B4-BE49-F238E27FC236}">
                  <a16:creationId xmlns:a16="http://schemas.microsoft.com/office/drawing/2014/main" id="{790AD00F-6FDB-4F48-A568-BF3F5D6C2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839496" y="3590535"/>
              <a:ext cx="641970" cy="641970"/>
            </a:xfrm>
            <a:prstGeom prst="rect">
              <a:avLst/>
            </a:prstGeom>
          </p:spPr>
        </p:pic>
        <p:cxnSp>
          <p:nvCxnSpPr>
            <p:cNvPr id="82" name="Elbow Connector 81">
              <a:extLst>
                <a:ext uri="{FF2B5EF4-FFF2-40B4-BE49-F238E27FC236}">
                  <a16:creationId xmlns:a16="http://schemas.microsoft.com/office/drawing/2014/main" id="{A5EF0DD5-2935-D54A-BA8E-3C6D2503B5AA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 rot="16200000" flipH="1">
              <a:off x="1838269" y="4265897"/>
              <a:ext cx="666894" cy="572839"/>
            </a:xfrm>
            <a:prstGeom prst="bentConnector3">
              <a:avLst>
                <a:gd name="adj1" fmla="val 3201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Elbow Connector 82">
              <a:extLst>
                <a:ext uri="{FF2B5EF4-FFF2-40B4-BE49-F238E27FC236}">
                  <a16:creationId xmlns:a16="http://schemas.microsoft.com/office/drawing/2014/main" id="{CD1ED5ED-DDE7-3949-9C7D-4EA0D5C1B1A8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 rot="16200000" flipH="1">
              <a:off x="2511828" y="5436147"/>
              <a:ext cx="269255" cy="260450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94A021D4-67FF-AB48-82D5-443E752D2500}"/>
                </a:ext>
              </a:extLst>
            </p:cNvPr>
            <p:cNvCxnSpPr/>
            <p:nvPr/>
          </p:nvCxnSpPr>
          <p:spPr>
            <a:xfrm rot="16200000" flipH="1">
              <a:off x="1187743" y="3993980"/>
              <a:ext cx="562238" cy="630933"/>
            </a:xfrm>
            <a:prstGeom prst="bentConnector3">
              <a:avLst>
                <a:gd name="adj1" fmla="val 5799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BE31F75C-3427-584B-9B05-54AB2061F781}"/>
                </a:ext>
              </a:extLst>
            </p:cNvPr>
            <p:cNvCxnSpPr>
              <a:cxnSpLocks/>
            </p:cNvCxnSpPr>
            <p:nvPr/>
          </p:nvCxnSpPr>
          <p:spPr>
            <a:xfrm>
              <a:off x="2428832" y="5450036"/>
              <a:ext cx="875342" cy="620699"/>
            </a:xfrm>
            <a:prstGeom prst="bentConnector3">
              <a:avLst>
                <a:gd name="adj1" fmla="val 33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Elbow Connector 92">
              <a:extLst>
                <a:ext uri="{FF2B5EF4-FFF2-40B4-BE49-F238E27FC236}">
                  <a16:creationId xmlns:a16="http://schemas.microsoft.com/office/drawing/2014/main" id="{657C6666-5384-8645-A24E-4E335321D203}"/>
                </a:ext>
              </a:extLst>
            </p:cNvPr>
            <p:cNvCxnSpPr>
              <a:cxnSpLocks/>
              <a:stCxn id="62" idx="2"/>
            </p:cNvCxnSpPr>
            <p:nvPr/>
          </p:nvCxnSpPr>
          <p:spPr>
            <a:xfrm rot="16200000" flipH="1">
              <a:off x="1442589" y="4658773"/>
              <a:ext cx="225286" cy="60699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Elbow Connector 96">
              <a:extLst>
                <a:ext uri="{FF2B5EF4-FFF2-40B4-BE49-F238E27FC236}">
                  <a16:creationId xmlns:a16="http://schemas.microsoft.com/office/drawing/2014/main" id="{D67DE97E-B221-8143-88F7-2CE3E77583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6822" y="5441173"/>
              <a:ext cx="671455" cy="360115"/>
            </a:xfrm>
            <a:prstGeom prst="bentConnector3">
              <a:avLst>
                <a:gd name="adj1" fmla="val 321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Elbow Connector 101">
              <a:extLst>
                <a:ext uri="{FF2B5EF4-FFF2-40B4-BE49-F238E27FC236}">
                  <a16:creationId xmlns:a16="http://schemas.microsoft.com/office/drawing/2014/main" id="{A6CD84D2-52C8-884A-95BE-B9F32A756948}"/>
                </a:ext>
              </a:extLst>
            </p:cNvPr>
            <p:cNvCxnSpPr>
              <a:cxnSpLocks/>
              <a:endCxn id="76" idx="0"/>
            </p:cNvCxnSpPr>
            <p:nvPr/>
          </p:nvCxnSpPr>
          <p:spPr>
            <a:xfrm rot="5400000">
              <a:off x="2025451" y="5433634"/>
              <a:ext cx="240354" cy="237129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Elbow Connector 103">
              <a:extLst>
                <a:ext uri="{FF2B5EF4-FFF2-40B4-BE49-F238E27FC236}">
                  <a16:creationId xmlns:a16="http://schemas.microsoft.com/office/drawing/2014/main" id="{00E462E5-FC4E-814E-9E29-4C3D94EDDA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4454" y="5258043"/>
              <a:ext cx="764275" cy="4806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Elbow Connector 105">
              <a:extLst>
                <a:ext uri="{FF2B5EF4-FFF2-40B4-BE49-F238E27FC236}">
                  <a16:creationId xmlns:a16="http://schemas.microsoft.com/office/drawing/2014/main" id="{9E15AD51-99ED-CF4E-A610-CAED96AB0BA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737894" y="4221208"/>
              <a:ext cx="668820" cy="62700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Elbow Connector 110">
              <a:extLst>
                <a:ext uri="{FF2B5EF4-FFF2-40B4-BE49-F238E27FC236}">
                  <a16:creationId xmlns:a16="http://schemas.microsoft.com/office/drawing/2014/main" id="{24AD1E2A-F46E-D54D-B545-F975F060695F}"/>
                </a:ext>
              </a:extLst>
            </p:cNvPr>
            <p:cNvCxnSpPr>
              <a:cxnSpLocks/>
              <a:endCxn id="66" idx="1"/>
            </p:cNvCxnSpPr>
            <p:nvPr/>
          </p:nvCxnSpPr>
          <p:spPr>
            <a:xfrm flipV="1">
              <a:off x="2821028" y="4819258"/>
              <a:ext cx="414152" cy="120350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Elbow Connector 113">
              <a:extLst>
                <a:ext uri="{FF2B5EF4-FFF2-40B4-BE49-F238E27FC236}">
                  <a16:creationId xmlns:a16="http://schemas.microsoft.com/office/drawing/2014/main" id="{C52F8150-9A37-FA44-B040-6CE3888FC66A}"/>
                </a:ext>
              </a:extLst>
            </p:cNvPr>
            <p:cNvCxnSpPr>
              <a:cxnSpLocks/>
              <a:endCxn id="64" idx="2"/>
            </p:cNvCxnSpPr>
            <p:nvPr/>
          </p:nvCxnSpPr>
          <p:spPr>
            <a:xfrm rot="5400000" flipH="1" flipV="1">
              <a:off x="2419205" y="4602296"/>
              <a:ext cx="448906" cy="71020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1" name="Graphic 120" descr="Smart Phone with solid fill">
              <a:extLst>
                <a:ext uri="{FF2B5EF4-FFF2-40B4-BE49-F238E27FC236}">
                  <a16:creationId xmlns:a16="http://schemas.microsoft.com/office/drawing/2014/main" id="{DF113E89-B202-9845-812E-0DB0F0014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3664856" y="5149136"/>
              <a:ext cx="683437" cy="683437"/>
            </a:xfrm>
            <a:prstGeom prst="rect">
              <a:avLst/>
            </a:prstGeom>
          </p:spPr>
        </p:pic>
        <p:cxnSp>
          <p:nvCxnSpPr>
            <p:cNvPr id="122" name="Elbow Connector 121">
              <a:extLst>
                <a:ext uri="{FF2B5EF4-FFF2-40B4-BE49-F238E27FC236}">
                  <a16:creationId xmlns:a16="http://schemas.microsoft.com/office/drawing/2014/main" id="{60678E5B-518A-484C-82D9-7E1A12356E89}"/>
                </a:ext>
              </a:extLst>
            </p:cNvPr>
            <p:cNvCxnSpPr>
              <a:cxnSpLocks/>
            </p:cNvCxnSpPr>
            <p:nvPr/>
          </p:nvCxnSpPr>
          <p:spPr>
            <a:xfrm>
              <a:off x="2808538" y="5211928"/>
              <a:ext cx="1001624" cy="295248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BED995EB-59DB-EB48-B7EE-2992641F5233}"/>
                </a:ext>
              </a:extLst>
            </p:cNvPr>
            <p:cNvGrpSpPr/>
            <p:nvPr/>
          </p:nvGrpSpPr>
          <p:grpSpPr>
            <a:xfrm>
              <a:off x="7967207" y="3518619"/>
              <a:ext cx="4113063" cy="3442216"/>
              <a:chOff x="8078937" y="3743699"/>
              <a:chExt cx="3546066" cy="3009905"/>
            </a:xfrm>
          </p:grpSpPr>
          <p:pic>
            <p:nvPicPr>
              <p:cNvPr id="129" name="Graphic 128" descr="Cycle with people outline">
                <a:extLst>
                  <a:ext uri="{FF2B5EF4-FFF2-40B4-BE49-F238E27FC236}">
                    <a16:creationId xmlns:a16="http://schemas.microsoft.com/office/drawing/2014/main" id="{E90CD901-AF50-0F4A-9641-59A7CF2400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/>
              </a:stretch>
            </p:blipFill>
            <p:spPr>
              <a:xfrm>
                <a:off x="8996860" y="3743699"/>
                <a:ext cx="1052293" cy="1052293"/>
              </a:xfrm>
              <a:prstGeom prst="rect">
                <a:avLst/>
              </a:prstGeom>
            </p:spPr>
          </p:pic>
          <p:pic>
            <p:nvPicPr>
              <p:cNvPr id="131" name="Graphic 130" descr="Cycle with people outline">
                <a:extLst>
                  <a:ext uri="{FF2B5EF4-FFF2-40B4-BE49-F238E27FC236}">
                    <a16:creationId xmlns:a16="http://schemas.microsoft.com/office/drawing/2014/main" id="{17AC7EB1-AFFE-1A46-9601-605E8FD8E1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/>
              </a:stretch>
            </p:blipFill>
            <p:spPr>
              <a:xfrm>
                <a:off x="8078937" y="4190866"/>
                <a:ext cx="1210967" cy="1210967"/>
              </a:xfrm>
              <a:prstGeom prst="rect">
                <a:avLst/>
              </a:prstGeom>
            </p:spPr>
          </p:pic>
          <p:pic>
            <p:nvPicPr>
              <p:cNvPr id="133" name="Graphic 132" descr="Social network outline">
                <a:extLst>
                  <a:ext uri="{FF2B5EF4-FFF2-40B4-BE49-F238E27FC236}">
                    <a16:creationId xmlns:a16="http://schemas.microsoft.com/office/drawing/2014/main" id="{210D7448-A8EE-F142-864D-99482BA1DC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0"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/>
              </a:stretch>
            </p:blipFill>
            <p:spPr>
              <a:xfrm>
                <a:off x="10036578" y="3852746"/>
                <a:ext cx="1588425" cy="1588425"/>
              </a:xfrm>
              <a:prstGeom prst="rect">
                <a:avLst/>
              </a:prstGeom>
            </p:spPr>
          </p:pic>
          <p:pic>
            <p:nvPicPr>
              <p:cNvPr id="134" name="Graphic 133" descr="Social network outline">
                <a:extLst>
                  <a:ext uri="{FF2B5EF4-FFF2-40B4-BE49-F238E27FC236}">
                    <a16:creationId xmlns:a16="http://schemas.microsoft.com/office/drawing/2014/main" id="{B62CD6EF-45FC-BD43-9589-BAAB1EAF93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0"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/>
              </a:stretch>
            </p:blipFill>
            <p:spPr>
              <a:xfrm>
                <a:off x="8612414" y="5165179"/>
                <a:ext cx="1588425" cy="1588425"/>
              </a:xfrm>
              <a:prstGeom prst="rect">
                <a:avLst/>
              </a:prstGeom>
            </p:spPr>
          </p:pic>
          <p:pic>
            <p:nvPicPr>
              <p:cNvPr id="135" name="Graphic 134" descr="Cycle with people outline">
                <a:extLst>
                  <a:ext uri="{FF2B5EF4-FFF2-40B4-BE49-F238E27FC236}">
                    <a16:creationId xmlns:a16="http://schemas.microsoft.com/office/drawing/2014/main" id="{18737C56-3D42-1D4C-8837-3399BE2997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/>
              </a:stretch>
            </p:blipFill>
            <p:spPr>
              <a:xfrm>
                <a:off x="10215618" y="5149136"/>
                <a:ext cx="1052293" cy="1052293"/>
              </a:xfrm>
              <a:prstGeom prst="rect">
                <a:avLst/>
              </a:prstGeom>
            </p:spPr>
          </p:pic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DDD28ABF-A005-FE4D-9491-ADE41B0F82EA}"/>
                  </a:ext>
                </a:extLst>
              </p:cNvPr>
              <p:cNvCxnSpPr/>
              <p:nvPr/>
            </p:nvCxnSpPr>
            <p:spPr>
              <a:xfrm>
                <a:off x="8897990" y="4534709"/>
                <a:ext cx="20973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E7AF32ED-846C-0F41-9E98-B2F97AD92C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45004" y="5230409"/>
                <a:ext cx="210659" cy="17142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14ABA8BF-9F37-4349-9B99-DB5D09A652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43887" y="5252547"/>
                <a:ext cx="307442" cy="44213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D8FE3425-419A-2A4C-A18B-05B31D4F90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83290" y="5260446"/>
                <a:ext cx="36566" cy="34659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E2852147-6ED7-5343-9E1E-FE51F4E223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66558" y="5521402"/>
                <a:ext cx="484659" cy="26620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D2A5E3E6-E416-1E46-B9FC-D91982EAC6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761842" y="4940327"/>
                <a:ext cx="36566" cy="34659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D6BBCEA9-7D2B-8C4A-898D-1DAD13B84F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06" y="4067382"/>
                <a:ext cx="897067" cy="9071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3E079976-BD9D-D54D-A92C-14C85F9924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97321" y="4489295"/>
                <a:ext cx="25070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D1F0FC04-56AF-ED47-8F9B-53027F3760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06" y="4185610"/>
                <a:ext cx="494012" cy="213843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2E7D3FF-C3B5-1241-92F8-8DCDE8B22844}"/>
                  </a:ext>
                </a:extLst>
              </p:cNvPr>
              <p:cNvSpPr txBox="1"/>
              <p:nvPr/>
            </p:nvSpPr>
            <p:spPr>
              <a:xfrm>
                <a:off x="8941282" y="4614260"/>
                <a:ext cx="11702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JP" sz="2000" b="1" dirty="0">
                    <a:solidFill>
                      <a:schemeClr val="tx2"/>
                    </a:solidFill>
                  </a:rPr>
                  <a:t>People &amp;</a:t>
                </a: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2285DCF-C7FA-AC4D-89BF-2FDA8E0F4662}"/>
                  </a:ext>
                </a:extLst>
              </p:cNvPr>
              <p:cNvSpPr txBox="1"/>
              <p:nvPr/>
            </p:nvSpPr>
            <p:spPr>
              <a:xfrm>
                <a:off x="9243434" y="4901081"/>
                <a:ext cx="11702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JP" sz="2000" b="1" dirty="0">
                    <a:solidFill>
                      <a:schemeClr val="tx2"/>
                    </a:solidFill>
                  </a:rPr>
                  <a:t>Crowd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7A528E3B-E756-7B41-96D4-7DCE5DB55815}"/>
                  </a:ext>
                </a:extLst>
              </p:cNvPr>
              <p:cNvSpPr txBox="1"/>
              <p:nvPr/>
            </p:nvSpPr>
            <p:spPr>
              <a:xfrm>
                <a:off x="9445806" y="5190435"/>
                <a:ext cx="11702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JP" sz="2000" b="1" dirty="0">
                    <a:solidFill>
                      <a:schemeClr val="tx2"/>
                    </a:solidFill>
                  </a:rPr>
                  <a:t> Sourcing</a:t>
                </a:r>
              </a:p>
            </p:txBody>
          </p:sp>
        </p:grpSp>
        <p:cxnSp>
          <p:nvCxnSpPr>
            <p:cNvPr id="164" name="Elbow Connector 163">
              <a:extLst>
                <a:ext uri="{FF2B5EF4-FFF2-40B4-BE49-F238E27FC236}">
                  <a16:creationId xmlns:a16="http://schemas.microsoft.com/office/drawing/2014/main" id="{8652166E-C78B-8E44-92BC-438E27AD0D5A}"/>
                </a:ext>
              </a:extLst>
            </p:cNvPr>
            <p:cNvCxnSpPr>
              <a:cxnSpLocks/>
            </p:cNvCxnSpPr>
            <p:nvPr/>
          </p:nvCxnSpPr>
          <p:spPr>
            <a:xfrm>
              <a:off x="8205902" y="3539671"/>
              <a:ext cx="2096716" cy="210953"/>
            </a:xfrm>
            <a:prstGeom prst="bentConnector3">
              <a:avLst>
                <a:gd name="adj1" fmla="val 100045"/>
              </a:avLst>
            </a:prstGeom>
            <a:solidFill>
              <a:schemeClr val="tx1">
                <a:lumMod val="50000"/>
                <a:lumOff val="50000"/>
              </a:schemeClr>
            </a:solidFill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4C9123A0-8093-434D-A5C8-78019CDFF899}"/>
                </a:ext>
              </a:extLst>
            </p:cNvPr>
            <p:cNvSpPr/>
            <p:nvPr/>
          </p:nvSpPr>
          <p:spPr>
            <a:xfrm rot="10800000">
              <a:off x="10208872" y="3604824"/>
              <a:ext cx="194872" cy="19487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9BC53577-28FF-6A48-B816-7EF1C3DDF339}"/>
              </a:ext>
            </a:extLst>
          </p:cNvPr>
          <p:cNvSpPr txBox="1"/>
          <p:nvPr/>
        </p:nvSpPr>
        <p:spPr>
          <a:xfrm>
            <a:off x="10901121" y="1756296"/>
            <a:ext cx="1204029" cy="40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Field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62FA072-F707-F645-AC33-8BF7BF206B34}"/>
              </a:ext>
            </a:extLst>
          </p:cNvPr>
          <p:cNvSpPr txBox="1"/>
          <p:nvPr/>
        </p:nvSpPr>
        <p:spPr>
          <a:xfrm>
            <a:off x="10657245" y="3127048"/>
            <a:ext cx="12040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Research Area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1D21FF7-2E62-8D4D-813B-8A80513CC68D}"/>
              </a:ext>
            </a:extLst>
          </p:cNvPr>
          <p:cNvSpPr txBox="1"/>
          <p:nvPr/>
        </p:nvSpPr>
        <p:spPr>
          <a:xfrm>
            <a:off x="10601970" y="4839118"/>
            <a:ext cx="12040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Related Research Area</a:t>
            </a:r>
          </a:p>
        </p:txBody>
      </p:sp>
    </p:spTree>
    <p:extLst>
      <p:ext uri="{BB962C8B-B14F-4D97-AF65-F5344CB8AC3E}">
        <p14:creationId xmlns:p14="http://schemas.microsoft.com/office/powerpoint/2010/main" val="2335621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3" descr="グラフ, ウォーターフォール図, 箱ひげ図&#10;&#10;自動的に生成された説明">
            <a:extLst>
              <a:ext uri="{FF2B5EF4-FFF2-40B4-BE49-F238E27FC236}">
                <a16:creationId xmlns:a16="http://schemas.microsoft.com/office/drawing/2014/main" id="{AFF9E4CE-ADE4-C649-8B33-81882C4F7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924" y="1296546"/>
            <a:ext cx="7802939" cy="5467812"/>
          </a:xfrm>
          <a:prstGeom prst="rect">
            <a:avLst/>
          </a:prstGeom>
        </p:spPr>
      </p:pic>
      <p:pic>
        <p:nvPicPr>
          <p:cNvPr id="4" name="図 3" descr="グラフ, ウォーターフォール図, 箱ひげ図&#10;&#10;自動的に生成された説明">
            <a:extLst>
              <a:ext uri="{FF2B5EF4-FFF2-40B4-BE49-F238E27FC236}">
                <a16:creationId xmlns:a16="http://schemas.microsoft.com/office/drawing/2014/main" id="{DEF8B8FA-196A-844C-9D3F-38635C6D6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924" y="143946"/>
            <a:ext cx="7802939" cy="54678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39499E3-7E06-7642-8072-2F881955113B}"/>
              </a:ext>
            </a:extLst>
          </p:cNvPr>
          <p:cNvSpPr/>
          <p:nvPr/>
        </p:nvSpPr>
        <p:spPr>
          <a:xfrm>
            <a:off x="1880811" y="4467467"/>
            <a:ext cx="7704254" cy="18301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18265C-CE0A-5040-A886-F967E0DEE2DF}"/>
              </a:ext>
            </a:extLst>
          </p:cNvPr>
          <p:cNvSpPr/>
          <p:nvPr/>
        </p:nvSpPr>
        <p:spPr>
          <a:xfrm>
            <a:off x="2116826" y="4662703"/>
            <a:ext cx="114952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議論の内容を理解できたか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09FB08-B220-F843-BEF4-876C2E063EA6}"/>
              </a:ext>
            </a:extLst>
          </p:cNvPr>
          <p:cNvSpPr/>
          <p:nvPr/>
        </p:nvSpPr>
        <p:spPr>
          <a:xfrm>
            <a:off x="3323235" y="4662703"/>
            <a:ext cx="1149523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他の参加者の意見をきちんと理解できたか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754034-BEE6-ED4B-89B5-5CDAD214B4BE}"/>
              </a:ext>
            </a:extLst>
          </p:cNvPr>
          <p:cNvSpPr/>
          <p:nvPr/>
        </p:nvSpPr>
        <p:spPr>
          <a:xfrm>
            <a:off x="4529645" y="4662703"/>
            <a:ext cx="1160837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全体を通して話しやすいと感じたか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7873C4-550B-FA4C-B6C4-95F2B40F048F}"/>
              </a:ext>
            </a:extLst>
          </p:cNvPr>
          <p:cNvSpPr/>
          <p:nvPr/>
        </p:nvSpPr>
        <p:spPr>
          <a:xfrm>
            <a:off x="5747369" y="4662702"/>
            <a:ext cx="1149524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自分の意見を他の参加者に伝えることができたか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1FF3EA-52EA-EE4D-AD95-DC2EB1D51E2A}"/>
              </a:ext>
            </a:extLst>
          </p:cNvPr>
          <p:cNvSpPr/>
          <p:nvPr/>
        </p:nvSpPr>
        <p:spPr>
          <a:xfrm>
            <a:off x="6965093" y="4662702"/>
            <a:ext cx="1288473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ファシリテータからのコミュニケーション（システムメッセージ）が発言のきっかけになったか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306CDD-E0E8-8643-B731-F6F14C3BDDA5}"/>
              </a:ext>
            </a:extLst>
          </p:cNvPr>
          <p:cNvSpPr/>
          <p:nvPr/>
        </p:nvSpPr>
        <p:spPr>
          <a:xfrm>
            <a:off x="8296022" y="4662702"/>
            <a:ext cx="1246586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議論に参加しているという実感があったか</a:t>
            </a:r>
          </a:p>
        </p:txBody>
      </p:sp>
    </p:spTree>
    <p:extLst>
      <p:ext uri="{BB962C8B-B14F-4D97-AF65-F5344CB8AC3E}">
        <p14:creationId xmlns:p14="http://schemas.microsoft.com/office/powerpoint/2010/main" val="130891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3" descr="グラフ, ウォーターフォール図, 箱ひげ図&#10;&#10;自動的に生成された説明">
            <a:extLst>
              <a:ext uri="{FF2B5EF4-FFF2-40B4-BE49-F238E27FC236}">
                <a16:creationId xmlns:a16="http://schemas.microsoft.com/office/drawing/2014/main" id="{AFF9E4CE-ADE4-C649-8B33-81882C4F7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924" y="1296546"/>
            <a:ext cx="7802939" cy="5467812"/>
          </a:xfrm>
          <a:prstGeom prst="rect">
            <a:avLst/>
          </a:prstGeom>
        </p:spPr>
      </p:pic>
      <p:pic>
        <p:nvPicPr>
          <p:cNvPr id="4" name="図 3" descr="グラフ, ウォーターフォール図, 箱ひげ図&#10;&#10;自動的に生成された説明">
            <a:extLst>
              <a:ext uri="{FF2B5EF4-FFF2-40B4-BE49-F238E27FC236}">
                <a16:creationId xmlns:a16="http://schemas.microsoft.com/office/drawing/2014/main" id="{DEF8B8FA-196A-844C-9D3F-38635C6D6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924" y="143946"/>
            <a:ext cx="7802939" cy="54678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39499E3-7E06-7642-8072-2F881955113B}"/>
              </a:ext>
            </a:extLst>
          </p:cNvPr>
          <p:cNvSpPr/>
          <p:nvPr/>
        </p:nvSpPr>
        <p:spPr>
          <a:xfrm>
            <a:off x="1880811" y="4467467"/>
            <a:ext cx="7704254" cy="18301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18265C-CE0A-5040-A886-F967E0DEE2DF}"/>
              </a:ext>
            </a:extLst>
          </p:cNvPr>
          <p:cNvSpPr/>
          <p:nvPr/>
        </p:nvSpPr>
        <p:spPr>
          <a:xfrm>
            <a:off x="2116826" y="4662703"/>
            <a:ext cx="1149522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Did you understand the content of the discussion?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09FB08-B220-F843-BEF4-876C2E063EA6}"/>
              </a:ext>
            </a:extLst>
          </p:cNvPr>
          <p:cNvSpPr/>
          <p:nvPr/>
        </p:nvSpPr>
        <p:spPr>
          <a:xfrm>
            <a:off x="3323235" y="4662703"/>
            <a:ext cx="1149523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Did you understand the opinions of other participants properly?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754034-BEE6-ED4B-89B5-5CDAD214B4BE}"/>
              </a:ext>
            </a:extLst>
          </p:cNvPr>
          <p:cNvSpPr/>
          <p:nvPr/>
        </p:nvSpPr>
        <p:spPr>
          <a:xfrm>
            <a:off x="4529645" y="4662703"/>
            <a:ext cx="1160837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Did you find it easy to talk to throughout?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7873C4-550B-FA4C-B6C4-95F2B40F048F}"/>
              </a:ext>
            </a:extLst>
          </p:cNvPr>
          <p:cNvSpPr/>
          <p:nvPr/>
        </p:nvSpPr>
        <p:spPr>
          <a:xfrm>
            <a:off x="5747369" y="4662702"/>
            <a:ext cx="1149524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Was it possible to convey my opinion to other participants?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1FF3EA-52EA-EE4D-AD95-DC2EB1D51E2A}"/>
              </a:ext>
            </a:extLst>
          </p:cNvPr>
          <p:cNvSpPr/>
          <p:nvPr/>
        </p:nvSpPr>
        <p:spPr>
          <a:xfrm>
            <a:off x="6965093" y="4662702"/>
            <a:ext cx="1288473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Did the communication (system message) from the facilitator trigger the remark?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306CDD-E0E8-8643-B731-F6F14C3BDDA5}"/>
              </a:ext>
            </a:extLst>
          </p:cNvPr>
          <p:cNvSpPr/>
          <p:nvPr/>
        </p:nvSpPr>
        <p:spPr>
          <a:xfrm>
            <a:off x="8296022" y="4662702"/>
            <a:ext cx="1246586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Did you feel that you were participating in the discussion?</a:t>
            </a:r>
          </a:p>
        </p:txBody>
      </p:sp>
    </p:spTree>
    <p:extLst>
      <p:ext uri="{BB962C8B-B14F-4D97-AF65-F5344CB8AC3E}">
        <p14:creationId xmlns:p14="http://schemas.microsoft.com/office/powerpoint/2010/main" val="1539451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C7ACDA4-83F9-5F4F-89D4-C41F427CE851}"/>
              </a:ext>
            </a:extLst>
          </p:cNvPr>
          <p:cNvGrpSpPr/>
          <p:nvPr/>
        </p:nvGrpSpPr>
        <p:grpSpPr>
          <a:xfrm>
            <a:off x="2848132" y="463460"/>
            <a:ext cx="7698429" cy="5666444"/>
            <a:chOff x="3163078" y="1074148"/>
            <a:chExt cx="6603994" cy="4860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CDB312-1405-454A-9334-1A026BC40B56}"/>
                </a:ext>
              </a:extLst>
            </p:cNvPr>
            <p:cNvGrpSpPr/>
            <p:nvPr/>
          </p:nvGrpSpPr>
          <p:grpSpPr>
            <a:xfrm>
              <a:off x="7589765" y="4297296"/>
              <a:ext cx="1071966" cy="1071966"/>
              <a:chOff x="7173132" y="4443617"/>
              <a:chExt cx="1071966" cy="1071966"/>
            </a:xfrm>
            <a:solidFill>
              <a:schemeClr val="tx1">
                <a:lumMod val="50000"/>
                <a:lumOff val="50000"/>
              </a:schemeClr>
            </a:solidFill>
          </p:grpSpPr>
          <p:pic>
            <p:nvPicPr>
              <p:cNvPr id="4" name="Graphic 3" descr="Laptop with solid fill">
                <a:extLst>
                  <a:ext uri="{FF2B5EF4-FFF2-40B4-BE49-F238E27FC236}">
                    <a16:creationId xmlns:a16="http://schemas.microsoft.com/office/drawing/2014/main" id="{1CD9D53E-C06E-F84B-AEF4-C16BCCEA4E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173132" y="4443617"/>
                <a:ext cx="1071966" cy="1071966"/>
              </a:xfrm>
              <a:prstGeom prst="rect">
                <a:avLst/>
              </a:prstGeom>
            </p:spPr>
          </p:pic>
          <p:pic>
            <p:nvPicPr>
              <p:cNvPr id="6" name="Graphic 5" descr="User with solid fill">
                <a:extLst>
                  <a:ext uri="{FF2B5EF4-FFF2-40B4-BE49-F238E27FC236}">
                    <a16:creationId xmlns:a16="http://schemas.microsoft.com/office/drawing/2014/main" id="{A7FBCC61-4CAF-224D-B74D-452B33C7E3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173132" y="4583486"/>
                <a:ext cx="792228" cy="792228"/>
              </a:xfrm>
              <a:prstGeom prst="rect">
                <a:avLst/>
              </a:prstGeom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64C4A3-4EF0-EF46-8FA6-0D3DA6B0E69D}"/>
                </a:ext>
              </a:extLst>
            </p:cNvPr>
            <p:cNvSpPr txBox="1"/>
            <p:nvPr/>
          </p:nvSpPr>
          <p:spPr>
            <a:xfrm>
              <a:off x="7487784" y="5197829"/>
              <a:ext cx="1275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Km : </a:t>
              </a:r>
              <a:r>
                <a:rPr lang="th-TH" dirty="0"/>
                <a:t>Khmer</a:t>
              </a:r>
              <a:endParaRPr lang="en-JP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52A71B-727E-9349-985F-C778997D90BD}"/>
                </a:ext>
              </a:extLst>
            </p:cNvPr>
            <p:cNvGrpSpPr/>
            <p:nvPr/>
          </p:nvGrpSpPr>
          <p:grpSpPr>
            <a:xfrm>
              <a:off x="5560017" y="1264447"/>
              <a:ext cx="1071966" cy="1071966"/>
              <a:chOff x="7173132" y="4443617"/>
              <a:chExt cx="1071966" cy="1071966"/>
            </a:xfrm>
            <a:solidFill>
              <a:schemeClr val="tx1">
                <a:lumMod val="50000"/>
                <a:lumOff val="50000"/>
              </a:schemeClr>
            </a:solidFill>
          </p:grpSpPr>
          <p:pic>
            <p:nvPicPr>
              <p:cNvPr id="10" name="Graphic 9" descr="Laptop with solid fill">
                <a:extLst>
                  <a:ext uri="{FF2B5EF4-FFF2-40B4-BE49-F238E27FC236}">
                    <a16:creationId xmlns:a16="http://schemas.microsoft.com/office/drawing/2014/main" id="{A8DF164B-A23F-284F-AE84-5626CB9789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173132" y="4443617"/>
                <a:ext cx="1071966" cy="1071966"/>
              </a:xfrm>
              <a:prstGeom prst="rect">
                <a:avLst/>
              </a:prstGeom>
            </p:spPr>
          </p:pic>
          <p:pic>
            <p:nvPicPr>
              <p:cNvPr id="11" name="Graphic 10" descr="User with solid fill">
                <a:extLst>
                  <a:ext uri="{FF2B5EF4-FFF2-40B4-BE49-F238E27FC236}">
                    <a16:creationId xmlns:a16="http://schemas.microsoft.com/office/drawing/2014/main" id="{93AB258B-66B2-3547-8B31-6CB9E05DBE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173132" y="4583486"/>
                <a:ext cx="792228" cy="792228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A8D80A-E54B-B642-A80F-D39DE68966E5}"/>
                </a:ext>
              </a:extLst>
            </p:cNvPr>
            <p:cNvSpPr txBox="1"/>
            <p:nvPr/>
          </p:nvSpPr>
          <p:spPr>
            <a:xfrm>
              <a:off x="5366999" y="1074148"/>
              <a:ext cx="1396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Ja : Japanese</a:t>
              </a:r>
              <a:endParaRPr lang="en-JP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577B3FD-3706-4F44-917A-F98D143A385A}"/>
                </a:ext>
              </a:extLst>
            </p:cNvPr>
            <p:cNvGrpSpPr/>
            <p:nvPr/>
          </p:nvGrpSpPr>
          <p:grpSpPr>
            <a:xfrm>
              <a:off x="3468804" y="4332877"/>
              <a:ext cx="1071966" cy="1071966"/>
              <a:chOff x="7173132" y="4443617"/>
              <a:chExt cx="1071966" cy="1071966"/>
            </a:xfrm>
            <a:solidFill>
              <a:schemeClr val="tx1">
                <a:lumMod val="50000"/>
                <a:lumOff val="50000"/>
              </a:schemeClr>
            </a:solidFill>
          </p:grpSpPr>
          <p:pic>
            <p:nvPicPr>
              <p:cNvPr id="14" name="Graphic 13" descr="Laptop with solid fill">
                <a:extLst>
                  <a:ext uri="{FF2B5EF4-FFF2-40B4-BE49-F238E27FC236}">
                    <a16:creationId xmlns:a16="http://schemas.microsoft.com/office/drawing/2014/main" id="{620217B6-2A97-944E-B6D4-06BC5CBAE7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173132" y="4443617"/>
                <a:ext cx="1071966" cy="1071966"/>
              </a:xfrm>
              <a:prstGeom prst="rect">
                <a:avLst/>
              </a:prstGeom>
            </p:spPr>
          </p:pic>
          <p:pic>
            <p:nvPicPr>
              <p:cNvPr id="15" name="Graphic 14" descr="User with solid fill">
                <a:extLst>
                  <a:ext uri="{FF2B5EF4-FFF2-40B4-BE49-F238E27FC236}">
                    <a16:creationId xmlns:a16="http://schemas.microsoft.com/office/drawing/2014/main" id="{CBEF9D9C-4728-4841-A1F6-A9235DB6C1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173132" y="4583486"/>
                <a:ext cx="792228" cy="792228"/>
              </a:xfrm>
              <a:prstGeom prst="rect">
                <a:avLst/>
              </a:prstGeom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757F72-F7DD-2F41-B659-8565AC246E54}"/>
                </a:ext>
              </a:extLst>
            </p:cNvPr>
            <p:cNvSpPr txBox="1"/>
            <p:nvPr/>
          </p:nvSpPr>
          <p:spPr>
            <a:xfrm>
              <a:off x="3381058" y="5220177"/>
              <a:ext cx="1247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En</a:t>
              </a:r>
              <a:r>
                <a:rPr lang="en-US" dirty="0"/>
                <a:t> : English</a:t>
              </a:r>
              <a:endParaRPr lang="en-JP" dirty="0"/>
            </a:p>
          </p:txBody>
        </p:sp>
        <p:pic>
          <p:nvPicPr>
            <p:cNvPr id="18" name="Graphic 17" descr="Robot with solid fill">
              <a:extLst>
                <a:ext uri="{FF2B5EF4-FFF2-40B4-BE49-F238E27FC236}">
                  <a16:creationId xmlns:a16="http://schemas.microsoft.com/office/drawing/2014/main" id="{C951B6E7-112E-2A48-8A6D-F8EE5C6C8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547540" y="2667235"/>
              <a:ext cx="1125194" cy="112519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A8501FF-CCC9-0340-9EEA-5A49C17534FE}"/>
                </a:ext>
              </a:extLst>
            </p:cNvPr>
            <p:cNvSpPr txBox="1"/>
            <p:nvPr/>
          </p:nvSpPr>
          <p:spPr>
            <a:xfrm>
              <a:off x="5655726" y="3695630"/>
              <a:ext cx="116352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Facilitator </a:t>
              </a:r>
            </a:p>
            <a:p>
              <a:r>
                <a:rPr lang="en-US" dirty="0"/>
                <a:t>Agent</a:t>
              </a:r>
              <a:endParaRPr lang="en-JP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F851097-2F25-524A-A198-2977BA505858}"/>
                </a:ext>
              </a:extLst>
            </p:cNvPr>
            <p:cNvCxnSpPr>
              <a:cxnSpLocks/>
              <a:stCxn id="10" idx="3"/>
              <a:endCxn id="4" idx="0"/>
            </p:cNvCxnSpPr>
            <p:nvPr/>
          </p:nvCxnSpPr>
          <p:spPr>
            <a:xfrm>
              <a:off x="6631983" y="1800430"/>
              <a:ext cx="1493765" cy="2496866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075C893-B8F8-C447-8E64-8B30048F96BD}"/>
                </a:ext>
              </a:extLst>
            </p:cNvPr>
            <p:cNvCxnSpPr>
              <a:cxnSpLocks/>
              <a:stCxn id="11" idx="1"/>
              <a:endCxn id="14" idx="0"/>
            </p:cNvCxnSpPr>
            <p:nvPr/>
          </p:nvCxnSpPr>
          <p:spPr>
            <a:xfrm flipH="1">
              <a:off x="4004787" y="1800430"/>
              <a:ext cx="1555230" cy="2532447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9E1A675-1B38-144D-BEBF-6F55EABEED9E}"/>
                </a:ext>
              </a:extLst>
            </p:cNvPr>
            <p:cNvCxnSpPr>
              <a:cxnSpLocks/>
              <a:stCxn id="14" idx="3"/>
              <a:endCxn id="6" idx="1"/>
            </p:cNvCxnSpPr>
            <p:nvPr/>
          </p:nvCxnSpPr>
          <p:spPr>
            <a:xfrm flipV="1">
              <a:off x="4540770" y="4833279"/>
              <a:ext cx="3048995" cy="35581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08F98FA-DEE4-1841-BDD7-26CD24B6F75F}"/>
                </a:ext>
              </a:extLst>
            </p:cNvPr>
            <p:cNvSpPr txBox="1"/>
            <p:nvPr/>
          </p:nvSpPr>
          <p:spPr>
            <a:xfrm>
              <a:off x="6631983" y="5565699"/>
              <a:ext cx="3135089" cy="369332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Low-resource language speaker</a:t>
              </a:r>
              <a:endParaRPr lang="en-JP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71CF5D0-2F40-1744-9F29-43BC84AE7E06}"/>
                </a:ext>
              </a:extLst>
            </p:cNvPr>
            <p:cNvSpPr txBox="1"/>
            <p:nvPr/>
          </p:nvSpPr>
          <p:spPr>
            <a:xfrm>
              <a:off x="7393505" y="2604948"/>
              <a:ext cx="16120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JA &lt;&gt; KM</a:t>
              </a:r>
            </a:p>
            <a:p>
              <a:pPr algn="ctr"/>
              <a:r>
                <a:rPr lang="en-US" dirty="0"/>
                <a:t>(</a:t>
              </a:r>
              <a:r>
                <a:rPr lang="en-JP" b="1" dirty="0">
                  <a:solidFill>
                    <a:schemeClr val="accent2">
                      <a:lumMod val="50000"/>
                    </a:schemeClr>
                  </a:solidFill>
                </a:rPr>
                <a:t>↓</a:t>
              </a:r>
              <a:r>
                <a:rPr lang="en-US" b="1" dirty="0">
                  <a:solidFill>
                    <a:schemeClr val="accent2">
                      <a:lumMod val="50000"/>
                    </a:schemeClr>
                  </a:solidFill>
                </a:rPr>
                <a:t>Low </a:t>
              </a:r>
              <a:r>
                <a:rPr lang="en-US" dirty="0"/>
                <a:t>quality)</a:t>
              </a:r>
              <a:endParaRPr lang="en-JP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409E321-F09C-104F-B3EA-08E1F7E7261B}"/>
                </a:ext>
              </a:extLst>
            </p:cNvPr>
            <p:cNvSpPr txBox="1"/>
            <p:nvPr/>
          </p:nvSpPr>
          <p:spPr>
            <a:xfrm>
              <a:off x="3163078" y="2384824"/>
              <a:ext cx="16562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EN &lt;MT&gt; JA</a:t>
              </a:r>
            </a:p>
            <a:p>
              <a:pPr algn="ctr"/>
              <a:r>
                <a:rPr lang="en-US" dirty="0"/>
                <a:t>(</a:t>
              </a:r>
              <a:r>
                <a:rPr lang="en-JP" b="1" dirty="0">
                  <a:solidFill>
                    <a:schemeClr val="accent1"/>
                  </a:solidFill>
                </a:rPr>
                <a:t>↑</a:t>
              </a:r>
              <a:r>
                <a:rPr lang="en-US" b="1" dirty="0">
                  <a:solidFill>
                    <a:schemeClr val="accent1"/>
                  </a:solidFill>
                </a:rPr>
                <a:t>High </a:t>
              </a:r>
              <a:r>
                <a:rPr lang="en-US" dirty="0"/>
                <a:t>quality)</a:t>
              </a:r>
              <a:endParaRPr lang="en-JP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3D9499B-AC21-CC48-8EA1-BB8820F41489}"/>
                </a:ext>
              </a:extLst>
            </p:cNvPr>
            <p:cNvSpPr txBox="1"/>
            <p:nvPr/>
          </p:nvSpPr>
          <p:spPr>
            <a:xfrm>
              <a:off x="5194309" y="4919368"/>
              <a:ext cx="16120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EN &lt;&gt; KM</a:t>
              </a:r>
            </a:p>
            <a:p>
              <a:pPr algn="ctr"/>
              <a:r>
                <a:rPr lang="en-US" dirty="0"/>
                <a:t>(</a:t>
              </a:r>
              <a:r>
                <a:rPr lang="en-JP" b="1" dirty="0">
                  <a:solidFill>
                    <a:schemeClr val="accent2">
                      <a:lumMod val="50000"/>
                    </a:schemeClr>
                  </a:solidFill>
                </a:rPr>
                <a:t>↓</a:t>
              </a:r>
              <a:r>
                <a:rPr lang="en-US" b="1" dirty="0">
                  <a:solidFill>
                    <a:schemeClr val="accent2">
                      <a:lumMod val="50000"/>
                    </a:schemeClr>
                  </a:solidFill>
                </a:rPr>
                <a:t>Low </a:t>
              </a:r>
              <a:r>
                <a:rPr lang="en-US" dirty="0"/>
                <a:t>quality)</a:t>
              </a:r>
              <a:endParaRPr lang="en-JP" dirty="0"/>
            </a:p>
          </p:txBody>
        </p:sp>
        <p:sp>
          <p:nvSpPr>
            <p:cNvPr id="34" name="Rounded Rectangular Callout 33">
              <a:extLst>
                <a:ext uri="{FF2B5EF4-FFF2-40B4-BE49-F238E27FC236}">
                  <a16:creationId xmlns:a16="http://schemas.microsoft.com/office/drawing/2014/main" id="{A1F67F21-C504-B545-828C-39C7BC50F3D3}"/>
                </a:ext>
              </a:extLst>
            </p:cNvPr>
            <p:cNvSpPr/>
            <p:nvPr/>
          </p:nvSpPr>
          <p:spPr>
            <a:xfrm>
              <a:off x="4030640" y="3241393"/>
              <a:ext cx="1570128" cy="792228"/>
            </a:xfrm>
            <a:prstGeom prst="wedgeRoundRectCallout">
              <a:avLst>
                <a:gd name="adj1" fmla="val 57606"/>
                <a:gd name="adj2" fmla="val -41183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JP" dirty="0">
                  <a:solidFill>
                    <a:schemeClr val="accent2">
                      <a:lumMod val="75000"/>
                    </a:schemeClr>
                  </a:solidFill>
                </a:rPr>
                <a:t>En, please rephrase your message</a:t>
              </a:r>
            </a:p>
          </p:txBody>
        </p:sp>
        <p:sp>
          <p:nvSpPr>
            <p:cNvPr id="35" name="Cloud Callout 34">
              <a:extLst>
                <a:ext uri="{FF2B5EF4-FFF2-40B4-BE49-F238E27FC236}">
                  <a16:creationId xmlns:a16="http://schemas.microsoft.com/office/drawing/2014/main" id="{57C75025-2449-174F-8258-F61C87FE5DA6}"/>
                </a:ext>
              </a:extLst>
            </p:cNvPr>
            <p:cNvSpPr/>
            <p:nvPr/>
          </p:nvSpPr>
          <p:spPr>
            <a:xfrm>
              <a:off x="8381993" y="4018795"/>
              <a:ext cx="979122" cy="615199"/>
            </a:xfrm>
            <a:prstGeom prst="cloudCallout">
              <a:avLst>
                <a:gd name="adj1" fmla="val -65153"/>
                <a:gd name="adj2" fmla="val 54942"/>
              </a:avLst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JP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???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95881F67-203E-FA46-8B97-261BFBF782E9}"/>
                </a:ext>
              </a:extLst>
            </p:cNvPr>
            <p:cNvSpPr/>
            <p:nvPr/>
          </p:nvSpPr>
          <p:spPr>
            <a:xfrm>
              <a:off x="5840592" y="3140733"/>
              <a:ext cx="511944" cy="335342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600" b="1" dirty="0">
                  <a:solidFill>
                    <a:schemeClr val="accent2">
                      <a:lumMod val="75000"/>
                    </a:schemeClr>
                  </a:solidFill>
                </a:rPr>
                <a:t>MT</a:t>
              </a:r>
            </a:p>
          </p:txBody>
        </p:sp>
        <p:pic>
          <p:nvPicPr>
            <p:cNvPr id="38" name="Graphic 37" descr="Confused face outline with solid fill">
              <a:extLst>
                <a:ext uri="{FF2B5EF4-FFF2-40B4-BE49-F238E27FC236}">
                  <a16:creationId xmlns:a16="http://schemas.microsoft.com/office/drawing/2014/main" id="{EA1BF66D-C138-2B40-9650-4A19DB741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481586" y="4197272"/>
              <a:ext cx="241415" cy="2414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3302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C4A7B7-9C30-8A49-8722-0C201247E766}"/>
              </a:ext>
            </a:extLst>
          </p:cNvPr>
          <p:cNvGrpSpPr/>
          <p:nvPr/>
        </p:nvGrpSpPr>
        <p:grpSpPr>
          <a:xfrm>
            <a:off x="5809415" y="605057"/>
            <a:ext cx="6265413" cy="5315896"/>
            <a:chOff x="1823924" y="143946"/>
            <a:chExt cx="7802939" cy="6620412"/>
          </a:xfrm>
        </p:grpSpPr>
        <p:pic>
          <p:nvPicPr>
            <p:cNvPr id="12" name="図 3" descr="グラフ, ウォーターフォール図, 箱ひげ図&#10;&#10;自動的に生成された説明">
              <a:extLst>
                <a:ext uri="{FF2B5EF4-FFF2-40B4-BE49-F238E27FC236}">
                  <a16:creationId xmlns:a16="http://schemas.microsoft.com/office/drawing/2014/main" id="{AFF9E4CE-ADE4-C649-8B33-81882C4F7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3924" y="1296546"/>
              <a:ext cx="7802939" cy="5467812"/>
            </a:xfrm>
            <a:prstGeom prst="rect">
              <a:avLst/>
            </a:prstGeom>
          </p:spPr>
        </p:pic>
        <p:pic>
          <p:nvPicPr>
            <p:cNvPr id="4" name="図 3" descr="グラフ, ウォーターフォール図, 箱ひげ図&#10;&#10;自動的に生成された説明">
              <a:extLst>
                <a:ext uri="{FF2B5EF4-FFF2-40B4-BE49-F238E27FC236}">
                  <a16:creationId xmlns:a16="http://schemas.microsoft.com/office/drawing/2014/main" id="{DEF8B8FA-196A-844C-9D3F-38635C6D6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3924" y="143946"/>
              <a:ext cx="7802939" cy="5467812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39499E3-7E06-7642-8072-2F881955113B}"/>
                </a:ext>
              </a:extLst>
            </p:cNvPr>
            <p:cNvSpPr/>
            <p:nvPr/>
          </p:nvSpPr>
          <p:spPr>
            <a:xfrm>
              <a:off x="1880811" y="4467467"/>
              <a:ext cx="7704254" cy="18301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818265C-CE0A-5040-A886-F967E0DEE2DF}"/>
                </a:ext>
              </a:extLst>
            </p:cNvPr>
            <p:cNvSpPr/>
            <p:nvPr/>
          </p:nvSpPr>
          <p:spPr>
            <a:xfrm>
              <a:off x="2116826" y="4476018"/>
              <a:ext cx="1149522" cy="461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JP" sz="1200" dirty="0"/>
                <a:t>議論の内容を理解できたか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309FB08-B220-F843-BEF4-876C2E063EA6}"/>
                </a:ext>
              </a:extLst>
            </p:cNvPr>
            <p:cNvSpPr/>
            <p:nvPr/>
          </p:nvSpPr>
          <p:spPr>
            <a:xfrm>
              <a:off x="3323235" y="4476018"/>
              <a:ext cx="1149523" cy="830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JP" sz="1200" dirty="0"/>
                <a:t>他の参加者の意見をきちんと理解できたか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754034-BEE6-ED4B-89B5-5CDAD214B4BE}"/>
                </a:ext>
              </a:extLst>
            </p:cNvPr>
            <p:cNvSpPr/>
            <p:nvPr/>
          </p:nvSpPr>
          <p:spPr>
            <a:xfrm>
              <a:off x="4529645" y="4476018"/>
              <a:ext cx="1160836" cy="10349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JP" sz="1200" dirty="0"/>
                <a:t>全体を通して話しやすい[と感じたか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7873C4-550B-FA4C-B6C4-95F2B40F048F}"/>
                </a:ext>
              </a:extLst>
            </p:cNvPr>
            <p:cNvSpPr/>
            <p:nvPr/>
          </p:nvSpPr>
          <p:spPr>
            <a:xfrm>
              <a:off x="5569536" y="4476017"/>
              <a:ext cx="1327357" cy="126490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JP" sz="1200" dirty="0"/>
                <a:t>自分の意見を他の参]</a:t>
              </a:r>
            </a:p>
            <a:p>
              <a:r>
                <a:rPr lang="en-JP" sz="1200" dirty="0"/>
                <a:t>加者に伝えることができたか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41FF3EA-52EA-EE4D-AD95-DC2EB1D51E2A}"/>
                </a:ext>
              </a:extLst>
            </p:cNvPr>
            <p:cNvSpPr/>
            <p:nvPr/>
          </p:nvSpPr>
          <p:spPr>
            <a:xfrm>
              <a:off x="6805103" y="4456513"/>
              <a:ext cx="1694542" cy="172487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JP" sz="1200" dirty="0"/>
                <a:t>ファシリテータからのコミュニケーション（システムメッセージ）が発言のきっかけになったか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306CDD-E0E8-8643-B731-F6F14C3BDDA5}"/>
                </a:ext>
              </a:extLst>
            </p:cNvPr>
            <p:cNvSpPr/>
            <p:nvPr/>
          </p:nvSpPr>
          <p:spPr>
            <a:xfrm>
              <a:off x="8296022" y="4476017"/>
              <a:ext cx="1246586" cy="830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JP" sz="1200" dirty="0"/>
                <a:t>議論に参加しているという実感があったか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8F8425F-8EA2-554F-BEDE-A8849FB3FA92}"/>
              </a:ext>
            </a:extLst>
          </p:cNvPr>
          <p:cNvGrpSpPr/>
          <p:nvPr/>
        </p:nvGrpSpPr>
        <p:grpSpPr>
          <a:xfrm>
            <a:off x="166983" y="1423310"/>
            <a:ext cx="5567631" cy="4663477"/>
            <a:chOff x="3106828" y="1074148"/>
            <a:chExt cx="6254287" cy="523862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44B6250-7A40-6347-8F09-28B02DCA8C80}"/>
                </a:ext>
              </a:extLst>
            </p:cNvPr>
            <p:cNvGrpSpPr/>
            <p:nvPr/>
          </p:nvGrpSpPr>
          <p:grpSpPr>
            <a:xfrm>
              <a:off x="7589765" y="4297296"/>
              <a:ext cx="1071966" cy="1071966"/>
              <a:chOff x="7173132" y="4443617"/>
              <a:chExt cx="1071966" cy="1071966"/>
            </a:xfrm>
            <a:solidFill>
              <a:schemeClr val="tx1">
                <a:lumMod val="50000"/>
                <a:lumOff val="50000"/>
              </a:schemeClr>
            </a:solidFill>
          </p:grpSpPr>
          <p:pic>
            <p:nvPicPr>
              <p:cNvPr id="44" name="Graphic 43" descr="Laptop with solid fill">
                <a:extLst>
                  <a:ext uri="{FF2B5EF4-FFF2-40B4-BE49-F238E27FC236}">
                    <a16:creationId xmlns:a16="http://schemas.microsoft.com/office/drawing/2014/main" id="{57B3CBCD-2B38-AB4C-9B1C-8CC3A8EA4B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173132" y="4443617"/>
                <a:ext cx="1071966" cy="1071966"/>
              </a:xfrm>
              <a:prstGeom prst="rect">
                <a:avLst/>
              </a:prstGeom>
            </p:spPr>
          </p:pic>
          <p:pic>
            <p:nvPicPr>
              <p:cNvPr id="45" name="Graphic 44" descr="User with solid fill">
                <a:extLst>
                  <a:ext uri="{FF2B5EF4-FFF2-40B4-BE49-F238E27FC236}">
                    <a16:creationId xmlns:a16="http://schemas.microsoft.com/office/drawing/2014/main" id="{0327D5EC-BC1F-2F4B-A1E4-00A7FA1128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173132" y="4583486"/>
                <a:ext cx="792228" cy="792228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39392A1-2520-DD49-8816-38FFDB19DAF8}"/>
                </a:ext>
              </a:extLst>
            </p:cNvPr>
            <p:cNvSpPr txBox="1"/>
            <p:nvPr/>
          </p:nvSpPr>
          <p:spPr>
            <a:xfrm>
              <a:off x="7487784" y="5197829"/>
              <a:ext cx="1275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Km : </a:t>
              </a:r>
              <a:r>
                <a:rPr lang="th-TH" dirty="0"/>
                <a:t>Khmer</a:t>
              </a:r>
              <a:endParaRPr lang="en-JP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E07E3C8-F464-5C4F-902F-2A99C54E0A8A}"/>
                </a:ext>
              </a:extLst>
            </p:cNvPr>
            <p:cNvGrpSpPr/>
            <p:nvPr/>
          </p:nvGrpSpPr>
          <p:grpSpPr>
            <a:xfrm>
              <a:off x="5560017" y="1264447"/>
              <a:ext cx="1071966" cy="1071966"/>
              <a:chOff x="7173132" y="4443617"/>
              <a:chExt cx="1071966" cy="1071966"/>
            </a:xfrm>
            <a:solidFill>
              <a:schemeClr val="tx1">
                <a:lumMod val="50000"/>
                <a:lumOff val="50000"/>
              </a:schemeClr>
            </a:solidFill>
          </p:grpSpPr>
          <p:pic>
            <p:nvPicPr>
              <p:cNvPr id="42" name="Graphic 41" descr="Laptop with solid fill">
                <a:extLst>
                  <a:ext uri="{FF2B5EF4-FFF2-40B4-BE49-F238E27FC236}">
                    <a16:creationId xmlns:a16="http://schemas.microsoft.com/office/drawing/2014/main" id="{5BB1898A-B3BF-A74D-BC4D-6CC89206E6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173132" y="4443617"/>
                <a:ext cx="1071966" cy="1071966"/>
              </a:xfrm>
              <a:prstGeom prst="rect">
                <a:avLst/>
              </a:prstGeom>
            </p:spPr>
          </p:pic>
          <p:pic>
            <p:nvPicPr>
              <p:cNvPr id="43" name="Graphic 42" descr="User with solid fill">
                <a:extLst>
                  <a:ext uri="{FF2B5EF4-FFF2-40B4-BE49-F238E27FC236}">
                    <a16:creationId xmlns:a16="http://schemas.microsoft.com/office/drawing/2014/main" id="{6F0EA611-61FA-CE4A-B467-9A01C19E4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173132" y="4583486"/>
                <a:ext cx="792228" cy="792228"/>
              </a:xfrm>
              <a:prstGeom prst="rect">
                <a:avLst/>
              </a:prstGeom>
            </p:spPr>
          </p:pic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11472C-7D2B-0B46-815B-DB5303E46F88}"/>
                </a:ext>
              </a:extLst>
            </p:cNvPr>
            <p:cNvSpPr txBox="1"/>
            <p:nvPr/>
          </p:nvSpPr>
          <p:spPr>
            <a:xfrm>
              <a:off x="5366999" y="1074148"/>
              <a:ext cx="1396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Ja : Japanese</a:t>
              </a:r>
              <a:endParaRPr lang="en-JP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DFFB05C-99D2-C248-8A04-B5856EE9EB69}"/>
                </a:ext>
              </a:extLst>
            </p:cNvPr>
            <p:cNvGrpSpPr/>
            <p:nvPr/>
          </p:nvGrpSpPr>
          <p:grpSpPr>
            <a:xfrm>
              <a:off x="3468804" y="4332877"/>
              <a:ext cx="1071966" cy="1071966"/>
              <a:chOff x="7173132" y="4443617"/>
              <a:chExt cx="1071966" cy="1071966"/>
            </a:xfrm>
            <a:solidFill>
              <a:schemeClr val="tx1">
                <a:lumMod val="50000"/>
                <a:lumOff val="50000"/>
              </a:schemeClr>
            </a:solidFill>
          </p:grpSpPr>
          <p:pic>
            <p:nvPicPr>
              <p:cNvPr id="40" name="Graphic 39" descr="Laptop with solid fill">
                <a:extLst>
                  <a:ext uri="{FF2B5EF4-FFF2-40B4-BE49-F238E27FC236}">
                    <a16:creationId xmlns:a16="http://schemas.microsoft.com/office/drawing/2014/main" id="{C50EC582-48D3-4F4B-B9F0-6238AEA91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173132" y="4443617"/>
                <a:ext cx="1071966" cy="1071966"/>
              </a:xfrm>
              <a:prstGeom prst="rect">
                <a:avLst/>
              </a:prstGeom>
            </p:spPr>
          </p:pic>
          <p:pic>
            <p:nvPicPr>
              <p:cNvPr id="41" name="Graphic 40" descr="User with solid fill">
                <a:extLst>
                  <a:ext uri="{FF2B5EF4-FFF2-40B4-BE49-F238E27FC236}">
                    <a16:creationId xmlns:a16="http://schemas.microsoft.com/office/drawing/2014/main" id="{63D95EB5-E2DA-3B46-9729-065F6E7E84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173132" y="4583486"/>
                <a:ext cx="792228" cy="792228"/>
              </a:xfrm>
              <a:prstGeom prst="rect">
                <a:avLst/>
              </a:prstGeom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78D21FC-3E4E-A543-982B-3BD02EEF267D}"/>
                </a:ext>
              </a:extLst>
            </p:cNvPr>
            <p:cNvSpPr txBox="1"/>
            <p:nvPr/>
          </p:nvSpPr>
          <p:spPr>
            <a:xfrm>
              <a:off x="3381058" y="5220177"/>
              <a:ext cx="1247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En</a:t>
              </a:r>
              <a:r>
                <a:rPr lang="en-US" dirty="0"/>
                <a:t> : English</a:t>
              </a:r>
              <a:endParaRPr lang="en-JP" dirty="0"/>
            </a:p>
          </p:txBody>
        </p:sp>
        <p:pic>
          <p:nvPicPr>
            <p:cNvPr id="27" name="Graphic 26" descr="Robot with solid fill">
              <a:extLst>
                <a:ext uri="{FF2B5EF4-FFF2-40B4-BE49-F238E27FC236}">
                  <a16:creationId xmlns:a16="http://schemas.microsoft.com/office/drawing/2014/main" id="{A9F2A5B9-75D9-8748-BC9E-7B0691126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475594" y="2491310"/>
              <a:ext cx="1406372" cy="1406372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10457C8-4D30-A741-8B4C-923EB628E282}"/>
                </a:ext>
              </a:extLst>
            </p:cNvPr>
            <p:cNvSpPr txBox="1"/>
            <p:nvPr/>
          </p:nvSpPr>
          <p:spPr>
            <a:xfrm>
              <a:off x="5534552" y="3746198"/>
              <a:ext cx="1307021" cy="726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Facilitator </a:t>
              </a:r>
            </a:p>
            <a:p>
              <a:pPr algn="ctr"/>
              <a:r>
                <a:rPr lang="en-US" dirty="0"/>
                <a:t>Agent</a:t>
              </a:r>
              <a:endParaRPr lang="en-JP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83B5888-954C-BD41-A6B7-F407D3B99D0B}"/>
                </a:ext>
              </a:extLst>
            </p:cNvPr>
            <p:cNvCxnSpPr>
              <a:cxnSpLocks/>
              <a:stCxn id="42" idx="3"/>
              <a:endCxn id="44" idx="0"/>
            </p:cNvCxnSpPr>
            <p:nvPr/>
          </p:nvCxnSpPr>
          <p:spPr>
            <a:xfrm>
              <a:off x="6631983" y="1800430"/>
              <a:ext cx="1493765" cy="2496866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57A529E-16B1-404E-94CC-74BCF1191B51}"/>
                </a:ext>
              </a:extLst>
            </p:cNvPr>
            <p:cNvCxnSpPr>
              <a:cxnSpLocks/>
              <a:stCxn id="43" idx="1"/>
              <a:endCxn id="40" idx="0"/>
            </p:cNvCxnSpPr>
            <p:nvPr/>
          </p:nvCxnSpPr>
          <p:spPr>
            <a:xfrm flipH="1">
              <a:off x="4004787" y="1800430"/>
              <a:ext cx="1555230" cy="2532447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B3FF5B9-3CEC-F942-9A15-E276E3050296}"/>
                </a:ext>
              </a:extLst>
            </p:cNvPr>
            <p:cNvCxnSpPr>
              <a:cxnSpLocks/>
              <a:stCxn id="40" idx="3"/>
              <a:endCxn id="45" idx="1"/>
            </p:cNvCxnSpPr>
            <p:nvPr/>
          </p:nvCxnSpPr>
          <p:spPr>
            <a:xfrm flipV="1">
              <a:off x="4540770" y="4833279"/>
              <a:ext cx="3048995" cy="35581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04CA5FF-D16F-F340-A815-9E1EF83AC54A}"/>
                </a:ext>
              </a:extLst>
            </p:cNvPr>
            <p:cNvSpPr txBox="1"/>
            <p:nvPr/>
          </p:nvSpPr>
          <p:spPr>
            <a:xfrm>
              <a:off x="6938966" y="5586730"/>
              <a:ext cx="2373565" cy="726043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Low-resource language speaker</a:t>
              </a:r>
              <a:endParaRPr lang="en-JP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A40023A-A28C-8840-A0E5-2097C4E48A3E}"/>
                </a:ext>
              </a:extLst>
            </p:cNvPr>
            <p:cNvSpPr txBox="1"/>
            <p:nvPr/>
          </p:nvSpPr>
          <p:spPr>
            <a:xfrm>
              <a:off x="7445500" y="2466990"/>
              <a:ext cx="16120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JA &lt;&gt; KM</a:t>
              </a:r>
            </a:p>
            <a:p>
              <a:pPr algn="ctr"/>
              <a:r>
                <a:rPr lang="en-US" dirty="0"/>
                <a:t>(</a:t>
              </a:r>
              <a:r>
                <a:rPr lang="en-JP" b="1" dirty="0">
                  <a:solidFill>
                    <a:schemeClr val="accent2">
                      <a:lumMod val="50000"/>
                    </a:schemeClr>
                  </a:solidFill>
                </a:rPr>
                <a:t>↓</a:t>
              </a:r>
              <a:r>
                <a:rPr lang="en-US" b="1" dirty="0">
                  <a:solidFill>
                    <a:schemeClr val="accent2">
                      <a:lumMod val="50000"/>
                    </a:schemeClr>
                  </a:solidFill>
                </a:rPr>
                <a:t>Low </a:t>
              </a:r>
              <a:r>
                <a:rPr lang="en-US" dirty="0"/>
                <a:t>quality)</a:t>
              </a:r>
              <a:endParaRPr lang="en-JP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440E3B6-AC93-1B40-944C-15E96DF26900}"/>
                </a:ext>
              </a:extLst>
            </p:cNvPr>
            <p:cNvSpPr txBox="1"/>
            <p:nvPr/>
          </p:nvSpPr>
          <p:spPr>
            <a:xfrm>
              <a:off x="3106828" y="2151413"/>
              <a:ext cx="1867688" cy="726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EN &lt;&gt; JA</a:t>
              </a:r>
            </a:p>
            <a:p>
              <a:pPr algn="ctr"/>
              <a:r>
                <a:rPr lang="en-US" dirty="0"/>
                <a:t>(</a:t>
              </a:r>
              <a:r>
                <a:rPr lang="en-JP" b="1" dirty="0">
                  <a:solidFill>
                    <a:schemeClr val="accent1"/>
                  </a:solidFill>
                </a:rPr>
                <a:t>↑</a:t>
              </a:r>
              <a:r>
                <a:rPr lang="en-US" b="1" dirty="0">
                  <a:solidFill>
                    <a:schemeClr val="accent1"/>
                  </a:solidFill>
                </a:rPr>
                <a:t>High </a:t>
              </a:r>
              <a:r>
                <a:rPr lang="en-US" dirty="0"/>
                <a:t>quality)</a:t>
              </a:r>
              <a:endParaRPr lang="en-JP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686FBCD-394D-D145-B0DF-B02E480ACE0E}"/>
                </a:ext>
              </a:extLst>
            </p:cNvPr>
            <p:cNvSpPr txBox="1"/>
            <p:nvPr/>
          </p:nvSpPr>
          <p:spPr>
            <a:xfrm>
              <a:off x="5194309" y="4919368"/>
              <a:ext cx="16120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EN &lt;&gt; KM</a:t>
              </a:r>
            </a:p>
            <a:p>
              <a:pPr algn="ctr"/>
              <a:r>
                <a:rPr lang="en-US" dirty="0"/>
                <a:t>(</a:t>
              </a:r>
              <a:r>
                <a:rPr lang="en-JP" b="1" dirty="0">
                  <a:solidFill>
                    <a:schemeClr val="accent2">
                      <a:lumMod val="50000"/>
                    </a:schemeClr>
                  </a:solidFill>
                </a:rPr>
                <a:t>↓</a:t>
              </a:r>
              <a:r>
                <a:rPr lang="en-US" b="1" dirty="0">
                  <a:solidFill>
                    <a:schemeClr val="accent2">
                      <a:lumMod val="50000"/>
                    </a:schemeClr>
                  </a:solidFill>
                </a:rPr>
                <a:t>Low </a:t>
              </a:r>
              <a:r>
                <a:rPr lang="en-US" dirty="0"/>
                <a:t>quality)</a:t>
              </a:r>
              <a:endParaRPr lang="en-JP" dirty="0"/>
            </a:p>
          </p:txBody>
        </p:sp>
        <p:sp>
          <p:nvSpPr>
            <p:cNvPr id="36" name="Rounded Rectangular Callout 35">
              <a:extLst>
                <a:ext uri="{FF2B5EF4-FFF2-40B4-BE49-F238E27FC236}">
                  <a16:creationId xmlns:a16="http://schemas.microsoft.com/office/drawing/2014/main" id="{6EE591BF-EB3F-C34F-82A0-450260A46967}"/>
                </a:ext>
              </a:extLst>
            </p:cNvPr>
            <p:cNvSpPr/>
            <p:nvPr/>
          </p:nvSpPr>
          <p:spPr>
            <a:xfrm>
              <a:off x="3733080" y="2872396"/>
              <a:ext cx="1867688" cy="1161225"/>
            </a:xfrm>
            <a:prstGeom prst="wedgeRoundRectCallout">
              <a:avLst>
                <a:gd name="adj1" fmla="val 57606"/>
                <a:gd name="adj2" fmla="val -41183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JP" dirty="0">
                  <a:solidFill>
                    <a:schemeClr val="accent2">
                      <a:lumMod val="75000"/>
                    </a:schemeClr>
                  </a:solidFill>
                </a:rPr>
                <a:t>En, please rephrase your message</a:t>
              </a:r>
            </a:p>
          </p:txBody>
        </p:sp>
        <p:sp>
          <p:nvSpPr>
            <p:cNvPr id="37" name="Cloud Callout 36">
              <a:extLst>
                <a:ext uri="{FF2B5EF4-FFF2-40B4-BE49-F238E27FC236}">
                  <a16:creationId xmlns:a16="http://schemas.microsoft.com/office/drawing/2014/main" id="{39BDFD31-20B2-1742-80AD-247EBB083E71}"/>
                </a:ext>
              </a:extLst>
            </p:cNvPr>
            <p:cNvSpPr/>
            <p:nvPr/>
          </p:nvSpPr>
          <p:spPr>
            <a:xfrm>
              <a:off x="8177060" y="4018795"/>
              <a:ext cx="1184055" cy="615199"/>
            </a:xfrm>
            <a:prstGeom prst="cloudCallout">
              <a:avLst>
                <a:gd name="adj1" fmla="val -65153"/>
                <a:gd name="adj2" fmla="val 54942"/>
              </a:avLst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JP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???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BC55C3D5-D413-7F4B-8604-F3CC8C4D625A}"/>
                </a:ext>
              </a:extLst>
            </p:cNvPr>
            <p:cNvSpPr/>
            <p:nvPr/>
          </p:nvSpPr>
          <p:spPr>
            <a:xfrm>
              <a:off x="5834924" y="3027294"/>
              <a:ext cx="639876" cy="46485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600" b="1" dirty="0">
                  <a:solidFill>
                    <a:schemeClr val="accent2">
                      <a:lumMod val="75000"/>
                    </a:schemeClr>
                  </a:solidFill>
                </a:rPr>
                <a:t>MT</a:t>
              </a:r>
            </a:p>
          </p:txBody>
        </p:sp>
        <p:pic>
          <p:nvPicPr>
            <p:cNvPr id="39" name="Graphic 38" descr="Confused face outline with solid fill">
              <a:extLst>
                <a:ext uri="{FF2B5EF4-FFF2-40B4-BE49-F238E27FC236}">
                  <a16:creationId xmlns:a16="http://schemas.microsoft.com/office/drawing/2014/main" id="{009035C9-FE8D-4541-8C90-C541D991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346775" y="4230826"/>
              <a:ext cx="241415" cy="2414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8943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8F8425F-8EA2-554F-BEDE-A8849FB3FA92}"/>
              </a:ext>
            </a:extLst>
          </p:cNvPr>
          <p:cNvGrpSpPr/>
          <p:nvPr/>
        </p:nvGrpSpPr>
        <p:grpSpPr>
          <a:xfrm>
            <a:off x="501198" y="915419"/>
            <a:ext cx="5567631" cy="4663477"/>
            <a:chOff x="3106828" y="1074148"/>
            <a:chExt cx="6254287" cy="523862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44B6250-7A40-6347-8F09-28B02DCA8C80}"/>
                </a:ext>
              </a:extLst>
            </p:cNvPr>
            <p:cNvGrpSpPr/>
            <p:nvPr/>
          </p:nvGrpSpPr>
          <p:grpSpPr>
            <a:xfrm>
              <a:off x="7589765" y="4297296"/>
              <a:ext cx="1071966" cy="1071966"/>
              <a:chOff x="7173132" y="4443617"/>
              <a:chExt cx="1071966" cy="1071966"/>
            </a:xfrm>
            <a:solidFill>
              <a:schemeClr val="tx1">
                <a:lumMod val="50000"/>
                <a:lumOff val="50000"/>
              </a:schemeClr>
            </a:solidFill>
          </p:grpSpPr>
          <p:pic>
            <p:nvPicPr>
              <p:cNvPr id="44" name="Graphic 43" descr="Laptop with solid fill">
                <a:extLst>
                  <a:ext uri="{FF2B5EF4-FFF2-40B4-BE49-F238E27FC236}">
                    <a16:creationId xmlns:a16="http://schemas.microsoft.com/office/drawing/2014/main" id="{57B3CBCD-2B38-AB4C-9B1C-8CC3A8EA4B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173132" y="4443617"/>
                <a:ext cx="1071966" cy="1071966"/>
              </a:xfrm>
              <a:prstGeom prst="rect">
                <a:avLst/>
              </a:prstGeom>
            </p:spPr>
          </p:pic>
          <p:pic>
            <p:nvPicPr>
              <p:cNvPr id="45" name="Graphic 44" descr="User with solid fill">
                <a:extLst>
                  <a:ext uri="{FF2B5EF4-FFF2-40B4-BE49-F238E27FC236}">
                    <a16:creationId xmlns:a16="http://schemas.microsoft.com/office/drawing/2014/main" id="{0327D5EC-BC1F-2F4B-A1E4-00A7FA1128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173132" y="4583486"/>
                <a:ext cx="792228" cy="792228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39392A1-2520-DD49-8816-38FFDB19DAF8}"/>
                </a:ext>
              </a:extLst>
            </p:cNvPr>
            <p:cNvSpPr txBox="1"/>
            <p:nvPr/>
          </p:nvSpPr>
          <p:spPr>
            <a:xfrm>
              <a:off x="7487784" y="5197829"/>
              <a:ext cx="1275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Km : </a:t>
              </a:r>
              <a:r>
                <a:rPr lang="th-TH" dirty="0"/>
                <a:t>Khmer</a:t>
              </a:r>
              <a:endParaRPr lang="en-JP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E07E3C8-F464-5C4F-902F-2A99C54E0A8A}"/>
                </a:ext>
              </a:extLst>
            </p:cNvPr>
            <p:cNvGrpSpPr/>
            <p:nvPr/>
          </p:nvGrpSpPr>
          <p:grpSpPr>
            <a:xfrm>
              <a:off x="5560017" y="1264447"/>
              <a:ext cx="1071966" cy="1071966"/>
              <a:chOff x="7173132" y="4443617"/>
              <a:chExt cx="1071966" cy="1071966"/>
            </a:xfrm>
            <a:solidFill>
              <a:schemeClr val="tx1">
                <a:lumMod val="50000"/>
                <a:lumOff val="50000"/>
              </a:schemeClr>
            </a:solidFill>
          </p:grpSpPr>
          <p:pic>
            <p:nvPicPr>
              <p:cNvPr id="42" name="Graphic 41" descr="Laptop with solid fill">
                <a:extLst>
                  <a:ext uri="{FF2B5EF4-FFF2-40B4-BE49-F238E27FC236}">
                    <a16:creationId xmlns:a16="http://schemas.microsoft.com/office/drawing/2014/main" id="{5BB1898A-B3BF-A74D-BC4D-6CC89206E6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173132" y="4443617"/>
                <a:ext cx="1071966" cy="1071966"/>
              </a:xfrm>
              <a:prstGeom prst="rect">
                <a:avLst/>
              </a:prstGeom>
            </p:spPr>
          </p:pic>
          <p:pic>
            <p:nvPicPr>
              <p:cNvPr id="43" name="Graphic 42" descr="User with solid fill">
                <a:extLst>
                  <a:ext uri="{FF2B5EF4-FFF2-40B4-BE49-F238E27FC236}">
                    <a16:creationId xmlns:a16="http://schemas.microsoft.com/office/drawing/2014/main" id="{6F0EA611-61FA-CE4A-B467-9A01C19E4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173132" y="4583486"/>
                <a:ext cx="792228" cy="792228"/>
              </a:xfrm>
              <a:prstGeom prst="rect">
                <a:avLst/>
              </a:prstGeom>
            </p:spPr>
          </p:pic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11472C-7D2B-0B46-815B-DB5303E46F88}"/>
                </a:ext>
              </a:extLst>
            </p:cNvPr>
            <p:cNvSpPr txBox="1"/>
            <p:nvPr/>
          </p:nvSpPr>
          <p:spPr>
            <a:xfrm>
              <a:off x="5366999" y="1074148"/>
              <a:ext cx="1396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Ja : Japanese</a:t>
              </a:r>
              <a:endParaRPr lang="en-JP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DFFB05C-99D2-C248-8A04-B5856EE9EB69}"/>
                </a:ext>
              </a:extLst>
            </p:cNvPr>
            <p:cNvGrpSpPr/>
            <p:nvPr/>
          </p:nvGrpSpPr>
          <p:grpSpPr>
            <a:xfrm>
              <a:off x="3468804" y="4332877"/>
              <a:ext cx="1071966" cy="1071966"/>
              <a:chOff x="7173132" y="4443617"/>
              <a:chExt cx="1071966" cy="1071966"/>
            </a:xfrm>
            <a:solidFill>
              <a:schemeClr val="tx1">
                <a:lumMod val="50000"/>
                <a:lumOff val="50000"/>
              </a:schemeClr>
            </a:solidFill>
          </p:grpSpPr>
          <p:pic>
            <p:nvPicPr>
              <p:cNvPr id="40" name="Graphic 39" descr="Laptop with solid fill">
                <a:extLst>
                  <a:ext uri="{FF2B5EF4-FFF2-40B4-BE49-F238E27FC236}">
                    <a16:creationId xmlns:a16="http://schemas.microsoft.com/office/drawing/2014/main" id="{C50EC582-48D3-4F4B-B9F0-6238AEA91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173132" y="4443617"/>
                <a:ext cx="1071966" cy="1071966"/>
              </a:xfrm>
              <a:prstGeom prst="rect">
                <a:avLst/>
              </a:prstGeom>
            </p:spPr>
          </p:pic>
          <p:pic>
            <p:nvPicPr>
              <p:cNvPr id="41" name="Graphic 40" descr="User with solid fill">
                <a:extLst>
                  <a:ext uri="{FF2B5EF4-FFF2-40B4-BE49-F238E27FC236}">
                    <a16:creationId xmlns:a16="http://schemas.microsoft.com/office/drawing/2014/main" id="{63D95EB5-E2DA-3B46-9729-065F6E7E84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173132" y="4583486"/>
                <a:ext cx="792228" cy="792228"/>
              </a:xfrm>
              <a:prstGeom prst="rect">
                <a:avLst/>
              </a:prstGeom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78D21FC-3E4E-A543-982B-3BD02EEF267D}"/>
                </a:ext>
              </a:extLst>
            </p:cNvPr>
            <p:cNvSpPr txBox="1"/>
            <p:nvPr/>
          </p:nvSpPr>
          <p:spPr>
            <a:xfrm>
              <a:off x="3381058" y="5220177"/>
              <a:ext cx="1247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En</a:t>
              </a:r>
              <a:r>
                <a:rPr lang="en-US" dirty="0"/>
                <a:t> : English</a:t>
              </a:r>
              <a:endParaRPr lang="en-JP" dirty="0"/>
            </a:p>
          </p:txBody>
        </p:sp>
        <p:pic>
          <p:nvPicPr>
            <p:cNvPr id="27" name="Graphic 26" descr="Robot with solid fill">
              <a:extLst>
                <a:ext uri="{FF2B5EF4-FFF2-40B4-BE49-F238E27FC236}">
                  <a16:creationId xmlns:a16="http://schemas.microsoft.com/office/drawing/2014/main" id="{A9F2A5B9-75D9-8748-BC9E-7B0691126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75594" y="2491310"/>
              <a:ext cx="1406372" cy="1406372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10457C8-4D30-A741-8B4C-923EB628E282}"/>
                </a:ext>
              </a:extLst>
            </p:cNvPr>
            <p:cNvSpPr txBox="1"/>
            <p:nvPr/>
          </p:nvSpPr>
          <p:spPr>
            <a:xfrm>
              <a:off x="5534552" y="3746198"/>
              <a:ext cx="1307021" cy="726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Facilitator </a:t>
              </a:r>
            </a:p>
            <a:p>
              <a:pPr algn="ctr"/>
              <a:r>
                <a:rPr lang="en-US" dirty="0"/>
                <a:t>Agent</a:t>
              </a:r>
              <a:endParaRPr lang="en-JP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83B5888-954C-BD41-A6B7-F407D3B99D0B}"/>
                </a:ext>
              </a:extLst>
            </p:cNvPr>
            <p:cNvCxnSpPr>
              <a:cxnSpLocks/>
              <a:stCxn id="42" idx="3"/>
              <a:endCxn id="44" idx="0"/>
            </p:cNvCxnSpPr>
            <p:nvPr/>
          </p:nvCxnSpPr>
          <p:spPr>
            <a:xfrm>
              <a:off x="6631983" y="1800430"/>
              <a:ext cx="1493765" cy="2496866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57A529E-16B1-404E-94CC-74BCF1191B51}"/>
                </a:ext>
              </a:extLst>
            </p:cNvPr>
            <p:cNvCxnSpPr>
              <a:cxnSpLocks/>
              <a:stCxn id="43" idx="1"/>
              <a:endCxn id="40" idx="0"/>
            </p:cNvCxnSpPr>
            <p:nvPr/>
          </p:nvCxnSpPr>
          <p:spPr>
            <a:xfrm flipH="1">
              <a:off x="4004787" y="1800430"/>
              <a:ext cx="1555230" cy="2532447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B3FF5B9-3CEC-F942-9A15-E276E3050296}"/>
                </a:ext>
              </a:extLst>
            </p:cNvPr>
            <p:cNvCxnSpPr>
              <a:cxnSpLocks/>
              <a:stCxn id="40" idx="3"/>
              <a:endCxn id="45" idx="1"/>
            </p:cNvCxnSpPr>
            <p:nvPr/>
          </p:nvCxnSpPr>
          <p:spPr>
            <a:xfrm flipV="1">
              <a:off x="4540770" y="4833279"/>
              <a:ext cx="3048995" cy="35581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04CA5FF-D16F-F340-A815-9E1EF83AC54A}"/>
                </a:ext>
              </a:extLst>
            </p:cNvPr>
            <p:cNvSpPr txBox="1"/>
            <p:nvPr/>
          </p:nvSpPr>
          <p:spPr>
            <a:xfrm>
              <a:off x="6938966" y="5586730"/>
              <a:ext cx="2373565" cy="726043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Low-resource language speaker</a:t>
              </a:r>
              <a:endParaRPr lang="en-JP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A40023A-A28C-8840-A0E5-2097C4E48A3E}"/>
                </a:ext>
              </a:extLst>
            </p:cNvPr>
            <p:cNvSpPr txBox="1"/>
            <p:nvPr/>
          </p:nvSpPr>
          <p:spPr>
            <a:xfrm>
              <a:off x="7445500" y="2466990"/>
              <a:ext cx="16120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JA &lt;&gt; KM</a:t>
              </a:r>
            </a:p>
            <a:p>
              <a:pPr algn="ctr"/>
              <a:r>
                <a:rPr lang="en-US" dirty="0"/>
                <a:t>(</a:t>
              </a:r>
              <a:r>
                <a:rPr lang="en-JP" b="1" dirty="0">
                  <a:solidFill>
                    <a:schemeClr val="accent2">
                      <a:lumMod val="50000"/>
                    </a:schemeClr>
                  </a:solidFill>
                </a:rPr>
                <a:t>↓</a:t>
              </a:r>
              <a:r>
                <a:rPr lang="en-US" b="1" dirty="0">
                  <a:solidFill>
                    <a:schemeClr val="accent2">
                      <a:lumMod val="50000"/>
                    </a:schemeClr>
                  </a:solidFill>
                </a:rPr>
                <a:t>Low </a:t>
              </a:r>
              <a:r>
                <a:rPr lang="en-US" dirty="0"/>
                <a:t>quality)</a:t>
              </a:r>
              <a:endParaRPr lang="en-JP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440E3B6-AC93-1B40-944C-15E96DF26900}"/>
                </a:ext>
              </a:extLst>
            </p:cNvPr>
            <p:cNvSpPr txBox="1"/>
            <p:nvPr/>
          </p:nvSpPr>
          <p:spPr>
            <a:xfrm>
              <a:off x="3106828" y="2151413"/>
              <a:ext cx="1867688" cy="726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EN &lt;&gt; JA</a:t>
              </a:r>
            </a:p>
            <a:p>
              <a:pPr algn="ctr"/>
              <a:r>
                <a:rPr lang="en-US" dirty="0"/>
                <a:t>(</a:t>
              </a:r>
              <a:r>
                <a:rPr lang="en-JP" b="1" dirty="0">
                  <a:solidFill>
                    <a:schemeClr val="accent1"/>
                  </a:solidFill>
                </a:rPr>
                <a:t>↑</a:t>
              </a:r>
              <a:r>
                <a:rPr lang="en-US" b="1" dirty="0">
                  <a:solidFill>
                    <a:schemeClr val="accent1"/>
                  </a:solidFill>
                </a:rPr>
                <a:t>High </a:t>
              </a:r>
              <a:r>
                <a:rPr lang="en-US" dirty="0"/>
                <a:t>quality)</a:t>
              </a:r>
              <a:endParaRPr lang="en-JP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686FBCD-394D-D145-B0DF-B02E480ACE0E}"/>
                </a:ext>
              </a:extLst>
            </p:cNvPr>
            <p:cNvSpPr txBox="1"/>
            <p:nvPr/>
          </p:nvSpPr>
          <p:spPr>
            <a:xfrm>
              <a:off x="5194309" y="4919368"/>
              <a:ext cx="16120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EN &lt;&gt; KM</a:t>
              </a:r>
            </a:p>
            <a:p>
              <a:pPr algn="ctr"/>
              <a:r>
                <a:rPr lang="en-US" dirty="0"/>
                <a:t>(</a:t>
              </a:r>
              <a:r>
                <a:rPr lang="en-JP" b="1" dirty="0">
                  <a:solidFill>
                    <a:schemeClr val="accent2">
                      <a:lumMod val="50000"/>
                    </a:schemeClr>
                  </a:solidFill>
                </a:rPr>
                <a:t>↓</a:t>
              </a:r>
              <a:r>
                <a:rPr lang="en-US" b="1" dirty="0">
                  <a:solidFill>
                    <a:schemeClr val="accent2">
                      <a:lumMod val="50000"/>
                    </a:schemeClr>
                  </a:solidFill>
                </a:rPr>
                <a:t>Low </a:t>
              </a:r>
              <a:r>
                <a:rPr lang="en-US" dirty="0"/>
                <a:t>quality)</a:t>
              </a:r>
              <a:endParaRPr lang="en-JP" dirty="0"/>
            </a:p>
          </p:txBody>
        </p:sp>
        <p:sp>
          <p:nvSpPr>
            <p:cNvPr id="36" name="Rounded Rectangular Callout 35">
              <a:extLst>
                <a:ext uri="{FF2B5EF4-FFF2-40B4-BE49-F238E27FC236}">
                  <a16:creationId xmlns:a16="http://schemas.microsoft.com/office/drawing/2014/main" id="{6EE591BF-EB3F-C34F-82A0-450260A46967}"/>
                </a:ext>
              </a:extLst>
            </p:cNvPr>
            <p:cNvSpPr/>
            <p:nvPr/>
          </p:nvSpPr>
          <p:spPr>
            <a:xfrm>
              <a:off x="3733080" y="2872396"/>
              <a:ext cx="1867688" cy="1161225"/>
            </a:xfrm>
            <a:prstGeom prst="wedgeRoundRectCallout">
              <a:avLst>
                <a:gd name="adj1" fmla="val 57606"/>
                <a:gd name="adj2" fmla="val -41183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JP" dirty="0">
                  <a:solidFill>
                    <a:schemeClr val="accent2">
                      <a:lumMod val="75000"/>
                    </a:schemeClr>
                  </a:solidFill>
                </a:rPr>
                <a:t>En, please rephrase your message</a:t>
              </a:r>
            </a:p>
          </p:txBody>
        </p:sp>
        <p:sp>
          <p:nvSpPr>
            <p:cNvPr id="37" name="Cloud Callout 36">
              <a:extLst>
                <a:ext uri="{FF2B5EF4-FFF2-40B4-BE49-F238E27FC236}">
                  <a16:creationId xmlns:a16="http://schemas.microsoft.com/office/drawing/2014/main" id="{39BDFD31-20B2-1742-80AD-247EBB083E71}"/>
                </a:ext>
              </a:extLst>
            </p:cNvPr>
            <p:cNvSpPr/>
            <p:nvPr/>
          </p:nvSpPr>
          <p:spPr>
            <a:xfrm>
              <a:off x="8177060" y="4018795"/>
              <a:ext cx="1184055" cy="615199"/>
            </a:xfrm>
            <a:prstGeom prst="cloudCallout">
              <a:avLst>
                <a:gd name="adj1" fmla="val -65153"/>
                <a:gd name="adj2" fmla="val 54942"/>
              </a:avLst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JP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???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BC55C3D5-D413-7F4B-8604-F3CC8C4D625A}"/>
                </a:ext>
              </a:extLst>
            </p:cNvPr>
            <p:cNvSpPr/>
            <p:nvPr/>
          </p:nvSpPr>
          <p:spPr>
            <a:xfrm>
              <a:off x="5834924" y="3027294"/>
              <a:ext cx="639876" cy="46485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600" b="1" dirty="0">
                  <a:solidFill>
                    <a:schemeClr val="accent2">
                      <a:lumMod val="75000"/>
                    </a:schemeClr>
                  </a:solidFill>
                </a:rPr>
                <a:t>MT</a:t>
              </a:r>
            </a:p>
          </p:txBody>
        </p:sp>
        <p:pic>
          <p:nvPicPr>
            <p:cNvPr id="39" name="Graphic 38" descr="Confused face outline with solid fill">
              <a:extLst>
                <a:ext uri="{FF2B5EF4-FFF2-40B4-BE49-F238E27FC236}">
                  <a16:creationId xmlns:a16="http://schemas.microsoft.com/office/drawing/2014/main" id="{009035C9-FE8D-4541-8C90-C541D991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346775" y="4230826"/>
              <a:ext cx="241415" cy="241415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1148CA2-2FEF-744C-81F2-4D22F47BCB17}"/>
              </a:ext>
            </a:extLst>
          </p:cNvPr>
          <p:cNvGrpSpPr/>
          <p:nvPr/>
        </p:nvGrpSpPr>
        <p:grpSpPr>
          <a:xfrm>
            <a:off x="6815442" y="473427"/>
            <a:ext cx="4744265" cy="6738423"/>
            <a:chOff x="7251805" y="1082032"/>
            <a:chExt cx="3203871" cy="455055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FC4A7B7-9C30-8A49-8722-0C201247E766}"/>
                </a:ext>
              </a:extLst>
            </p:cNvPr>
            <p:cNvGrpSpPr/>
            <p:nvPr/>
          </p:nvGrpSpPr>
          <p:grpSpPr>
            <a:xfrm>
              <a:off x="7251805" y="1082032"/>
              <a:ext cx="3203871" cy="4550553"/>
              <a:chOff x="1574015" y="630370"/>
              <a:chExt cx="3990100" cy="5667255"/>
            </a:xfrm>
          </p:grpSpPr>
          <p:pic>
            <p:nvPicPr>
              <p:cNvPr id="4" name="図 3" descr="グラフ, ウォーターフォール図, 箱ひげ図&#10;&#10;自動的に生成された説明">
                <a:extLst>
                  <a:ext uri="{FF2B5EF4-FFF2-40B4-BE49-F238E27FC236}">
                    <a16:creationId xmlns:a16="http://schemas.microsoft.com/office/drawing/2014/main" id="{DEF8B8FA-196A-844C-9D3F-38635C6D6B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30" t="9303" r="61512" b="11150"/>
              <a:stretch/>
            </p:blipFill>
            <p:spPr>
              <a:xfrm>
                <a:off x="1574015" y="630370"/>
                <a:ext cx="3630232" cy="4349422"/>
              </a:xfrm>
              <a:prstGeom prst="rect">
                <a:avLst/>
              </a:prstGeom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39499E3-7E06-7642-8072-2F881955113B}"/>
                  </a:ext>
                </a:extLst>
              </p:cNvPr>
              <p:cNvSpPr/>
              <p:nvPr/>
            </p:nvSpPr>
            <p:spPr>
              <a:xfrm>
                <a:off x="1880811" y="4467467"/>
                <a:ext cx="3323436" cy="18301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D7873C4-550B-FA4C-B6C4-95F2B40F048F}"/>
                  </a:ext>
                </a:extLst>
              </p:cNvPr>
              <p:cNvSpPr/>
              <p:nvPr/>
            </p:nvSpPr>
            <p:spPr>
              <a:xfrm>
                <a:off x="1704566" y="4486365"/>
                <a:ext cx="1539364" cy="10095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JP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自分の意見を他の参加者に伝えることができたか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1FF3EA-52EA-EE4D-AD95-DC2EB1D51E2A}"/>
                  </a:ext>
                </a:extLst>
              </p:cNvPr>
              <p:cNvSpPr/>
              <p:nvPr/>
            </p:nvSpPr>
            <p:spPr>
              <a:xfrm>
                <a:off x="3252987" y="4467385"/>
                <a:ext cx="2311128" cy="10095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JP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ファシリテータからのコミュニケーション（システムメッセージ）が発言のきっかけになったか</a:t>
                </a:r>
              </a:p>
            </p:txBody>
          </p:sp>
        </p:grpSp>
        <p:pic>
          <p:nvPicPr>
            <p:cNvPr id="46" name="図 3" descr="グラフ, ウォーターフォール図, 箱ひげ図&#10;&#10;自動的に生成された説明">
              <a:extLst>
                <a:ext uri="{FF2B5EF4-FFF2-40B4-BE49-F238E27FC236}">
                  <a16:creationId xmlns:a16="http://schemas.microsoft.com/office/drawing/2014/main" id="{39D0B108-08BC-AB48-8F19-E424D06B96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74" t="14741" r="18480" b="21253"/>
            <a:stretch/>
          </p:blipFill>
          <p:spPr>
            <a:xfrm>
              <a:off x="7489928" y="1321995"/>
              <a:ext cx="2476847" cy="2810108"/>
            </a:xfrm>
            <a:prstGeom prst="rect">
              <a:avLst/>
            </a:prstGeom>
          </p:spPr>
        </p:pic>
      </p:grpSp>
      <p:pic>
        <p:nvPicPr>
          <p:cNvPr id="47" name="図 3" descr="グラフ, ウォーターフォール図, 箱ひげ図&#10;&#10;自動的に生成された説明">
            <a:extLst>
              <a:ext uri="{FF2B5EF4-FFF2-40B4-BE49-F238E27FC236}">
                <a16:creationId xmlns:a16="http://schemas.microsoft.com/office/drawing/2014/main" id="{1B84BEEC-2CAB-E948-8F4B-0FB62847DF0A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5" t="2804" r="25802" b="91142"/>
          <a:stretch/>
        </p:blipFill>
        <p:spPr>
          <a:xfrm>
            <a:off x="6907585" y="74271"/>
            <a:ext cx="4496874" cy="442496"/>
          </a:xfrm>
          <a:prstGeom prst="rect">
            <a:avLst/>
          </a:prstGeom>
        </p:spPr>
      </p:pic>
      <p:pic>
        <p:nvPicPr>
          <p:cNvPr id="56" name="図 3" descr="グラフ, ウォーターフォール図, 箱ひげ図&#10;&#10;自動的に生成された説明">
            <a:extLst>
              <a:ext uri="{FF2B5EF4-FFF2-40B4-BE49-F238E27FC236}">
                <a16:creationId xmlns:a16="http://schemas.microsoft.com/office/drawing/2014/main" id="{BFAF9A73-AC3F-5541-B25B-901CBCCDC3A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5" t="89624" r="19681" b="2306"/>
          <a:stretch/>
        </p:blipFill>
        <p:spPr>
          <a:xfrm>
            <a:off x="5939812" y="6291147"/>
            <a:ext cx="6025857" cy="54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25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3" descr="グラフ, ウォーターフォール図, 箱ひげ図&#10;&#10;自動的に生成された説明">
            <a:extLst>
              <a:ext uri="{FF2B5EF4-FFF2-40B4-BE49-F238E27FC236}">
                <a16:creationId xmlns:a16="http://schemas.microsoft.com/office/drawing/2014/main" id="{AFF9E4CE-ADE4-C649-8B33-81882C4F7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924" y="1296546"/>
            <a:ext cx="7802939" cy="5467812"/>
          </a:xfrm>
          <a:prstGeom prst="rect">
            <a:avLst/>
          </a:prstGeom>
        </p:spPr>
      </p:pic>
      <p:pic>
        <p:nvPicPr>
          <p:cNvPr id="4" name="図 3" descr="グラフ, ウォーターフォール図, 箱ひげ図&#10;&#10;自動的に生成された説明">
            <a:extLst>
              <a:ext uri="{FF2B5EF4-FFF2-40B4-BE49-F238E27FC236}">
                <a16:creationId xmlns:a16="http://schemas.microsoft.com/office/drawing/2014/main" id="{DEF8B8FA-196A-844C-9D3F-38635C6D6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924" y="143946"/>
            <a:ext cx="7802939" cy="54678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39499E3-7E06-7642-8072-2F881955113B}"/>
              </a:ext>
            </a:extLst>
          </p:cNvPr>
          <p:cNvSpPr/>
          <p:nvPr/>
        </p:nvSpPr>
        <p:spPr>
          <a:xfrm>
            <a:off x="1880811" y="4467467"/>
            <a:ext cx="7704254" cy="18301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18265C-CE0A-5040-A886-F967E0DEE2DF}"/>
              </a:ext>
            </a:extLst>
          </p:cNvPr>
          <p:cNvSpPr/>
          <p:nvPr/>
        </p:nvSpPr>
        <p:spPr>
          <a:xfrm>
            <a:off x="2116826" y="4662703"/>
            <a:ext cx="1149522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Did you understand the content of the discussion?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09FB08-B220-F843-BEF4-876C2E063EA6}"/>
              </a:ext>
            </a:extLst>
          </p:cNvPr>
          <p:cNvSpPr/>
          <p:nvPr/>
        </p:nvSpPr>
        <p:spPr>
          <a:xfrm>
            <a:off x="3323235" y="4662703"/>
            <a:ext cx="1149523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Did you understand the opinions of other participants properly?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754034-BEE6-ED4B-89B5-5CDAD214B4BE}"/>
              </a:ext>
            </a:extLst>
          </p:cNvPr>
          <p:cNvSpPr/>
          <p:nvPr/>
        </p:nvSpPr>
        <p:spPr>
          <a:xfrm>
            <a:off x="4529645" y="4662703"/>
            <a:ext cx="1160837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Did you find it easy to talk to throughout?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7873C4-550B-FA4C-B6C4-95F2B40F048F}"/>
              </a:ext>
            </a:extLst>
          </p:cNvPr>
          <p:cNvSpPr/>
          <p:nvPr/>
        </p:nvSpPr>
        <p:spPr>
          <a:xfrm>
            <a:off x="5747369" y="4662702"/>
            <a:ext cx="1149524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Was it possible to convey my opinion to other participants?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1FF3EA-52EA-EE4D-AD95-DC2EB1D51E2A}"/>
              </a:ext>
            </a:extLst>
          </p:cNvPr>
          <p:cNvSpPr/>
          <p:nvPr/>
        </p:nvSpPr>
        <p:spPr>
          <a:xfrm>
            <a:off x="6965093" y="4662702"/>
            <a:ext cx="1288473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Did the communication (system message) from the facilitator trigger the remark?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306CDD-E0E8-8643-B731-F6F14C3BDDA5}"/>
              </a:ext>
            </a:extLst>
          </p:cNvPr>
          <p:cNvSpPr/>
          <p:nvPr/>
        </p:nvSpPr>
        <p:spPr>
          <a:xfrm>
            <a:off x="8296022" y="4662702"/>
            <a:ext cx="1246586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JP" sz="1200" dirty="0"/>
              <a:t>Did you feel that you were participating in the discussion?</a:t>
            </a:r>
          </a:p>
        </p:txBody>
      </p:sp>
    </p:spTree>
    <p:extLst>
      <p:ext uri="{BB962C8B-B14F-4D97-AF65-F5344CB8AC3E}">
        <p14:creationId xmlns:p14="http://schemas.microsoft.com/office/powerpoint/2010/main" val="3567717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5">
            <a:extLst>
              <a:ext uri="{FF2B5EF4-FFF2-40B4-BE49-F238E27FC236}">
                <a16:creationId xmlns:a16="http://schemas.microsoft.com/office/drawing/2014/main" id="{A899C31B-D749-E441-A08B-DA52B6F5CA60}"/>
              </a:ext>
            </a:extLst>
          </p:cNvPr>
          <p:cNvGrpSpPr/>
          <p:nvPr/>
        </p:nvGrpSpPr>
        <p:grpSpPr>
          <a:xfrm>
            <a:off x="2413909" y="2195238"/>
            <a:ext cx="1900679" cy="844018"/>
            <a:chOff x="2432811" y="1081668"/>
            <a:chExt cx="3663189" cy="1056385"/>
          </a:xfrm>
        </p:grpSpPr>
        <p:sp>
          <p:nvSpPr>
            <p:cNvPr id="4" name="角丸四角形吹き出し 6">
              <a:extLst>
                <a:ext uri="{FF2B5EF4-FFF2-40B4-BE49-F238E27FC236}">
                  <a16:creationId xmlns:a16="http://schemas.microsoft.com/office/drawing/2014/main" id="{D74C1769-8BE1-4748-8D72-428CF83D47E7}"/>
                </a:ext>
              </a:extLst>
            </p:cNvPr>
            <p:cNvSpPr/>
            <p:nvPr/>
          </p:nvSpPr>
          <p:spPr>
            <a:xfrm>
              <a:off x="2432811" y="1081668"/>
              <a:ext cx="3663189" cy="1056385"/>
            </a:xfrm>
            <a:prstGeom prst="wedgeRoundRectCallout">
              <a:avLst>
                <a:gd name="adj1" fmla="val -47128"/>
                <a:gd name="adj2" fmla="val 74439"/>
                <a:gd name="adj3" fmla="val 16667"/>
              </a:avLst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7">
              <a:extLst>
                <a:ext uri="{FF2B5EF4-FFF2-40B4-BE49-F238E27FC236}">
                  <a16:creationId xmlns:a16="http://schemas.microsoft.com/office/drawing/2014/main" id="{8F2B1220-DA92-1B4B-9BE3-E760753EACBD}"/>
                </a:ext>
              </a:extLst>
            </p:cNvPr>
            <p:cNvSpPr txBox="1"/>
            <p:nvPr/>
          </p:nvSpPr>
          <p:spPr>
            <a:xfrm>
              <a:off x="2432811" y="1379027"/>
              <a:ext cx="3540776" cy="484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b="1" dirty="0"/>
                <a:t>Cat lady !</a:t>
              </a:r>
              <a:endParaRPr kumimoji="1" lang="ja-JP" altLang="en-US" sz="2400" b="1"/>
            </a:p>
          </p:txBody>
        </p:sp>
      </p:grpSp>
      <p:grpSp>
        <p:nvGrpSpPr>
          <p:cNvPr id="6" name="グループ化 9">
            <a:extLst>
              <a:ext uri="{FF2B5EF4-FFF2-40B4-BE49-F238E27FC236}">
                <a16:creationId xmlns:a16="http://schemas.microsoft.com/office/drawing/2014/main" id="{75FD2E4A-907B-774B-AC9F-0A41D0899975}"/>
              </a:ext>
            </a:extLst>
          </p:cNvPr>
          <p:cNvGrpSpPr/>
          <p:nvPr/>
        </p:nvGrpSpPr>
        <p:grpSpPr>
          <a:xfrm>
            <a:off x="4511500" y="2544940"/>
            <a:ext cx="2343889" cy="844018"/>
            <a:chOff x="2672711" y="2634072"/>
            <a:chExt cx="3821427" cy="1149468"/>
          </a:xfrm>
        </p:grpSpPr>
        <p:sp>
          <p:nvSpPr>
            <p:cNvPr id="7" name="角丸四角形吹き出し 10">
              <a:extLst>
                <a:ext uri="{FF2B5EF4-FFF2-40B4-BE49-F238E27FC236}">
                  <a16:creationId xmlns:a16="http://schemas.microsoft.com/office/drawing/2014/main" id="{F4BAC83C-1EE1-2749-969C-B0DE3EBB2B54}"/>
                </a:ext>
              </a:extLst>
            </p:cNvPr>
            <p:cNvSpPr/>
            <p:nvPr/>
          </p:nvSpPr>
          <p:spPr>
            <a:xfrm>
              <a:off x="2672711" y="2634072"/>
              <a:ext cx="3663189" cy="1149468"/>
            </a:xfrm>
            <a:prstGeom prst="wedgeRoundRectCallout">
              <a:avLst>
                <a:gd name="adj1" fmla="val 57712"/>
                <a:gd name="adj2" fmla="val 83095"/>
                <a:gd name="adj3" fmla="val 16667"/>
              </a:avLst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11">
              <a:extLst>
                <a:ext uri="{FF2B5EF4-FFF2-40B4-BE49-F238E27FC236}">
                  <a16:creationId xmlns:a16="http://schemas.microsoft.com/office/drawing/2014/main" id="{8F9B6585-7975-4747-A075-09A5ED77E3BC}"/>
                </a:ext>
              </a:extLst>
            </p:cNvPr>
            <p:cNvSpPr txBox="1"/>
            <p:nvPr/>
          </p:nvSpPr>
          <p:spPr>
            <a:xfrm>
              <a:off x="2953362" y="2854596"/>
              <a:ext cx="3540776" cy="527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b="1"/>
                <a:t>猫？？女性？</a:t>
              </a:r>
            </a:p>
          </p:txBody>
        </p:sp>
      </p:grpSp>
      <p:sp>
        <p:nvSpPr>
          <p:cNvPr id="9" name="雲形吹き出し 14">
            <a:extLst>
              <a:ext uri="{FF2B5EF4-FFF2-40B4-BE49-F238E27FC236}">
                <a16:creationId xmlns:a16="http://schemas.microsoft.com/office/drawing/2014/main" id="{2130B1A3-9938-4C42-AB8C-5E87D6926B04}"/>
              </a:ext>
            </a:extLst>
          </p:cNvPr>
          <p:cNvSpPr/>
          <p:nvPr/>
        </p:nvSpPr>
        <p:spPr>
          <a:xfrm>
            <a:off x="9218774" y="1424236"/>
            <a:ext cx="2842443" cy="2071171"/>
          </a:xfrm>
          <a:prstGeom prst="cloudCallout">
            <a:avLst>
              <a:gd name="adj1" fmla="val -26022"/>
              <a:gd name="adj2" fmla="val 69615"/>
            </a:avLst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17">
            <a:extLst>
              <a:ext uri="{FF2B5EF4-FFF2-40B4-BE49-F238E27FC236}">
                <a16:creationId xmlns:a16="http://schemas.microsoft.com/office/drawing/2014/main" id="{2709546E-051B-214D-BC81-68B5D8659826}"/>
              </a:ext>
            </a:extLst>
          </p:cNvPr>
          <p:cNvGrpSpPr/>
          <p:nvPr/>
        </p:nvGrpSpPr>
        <p:grpSpPr>
          <a:xfrm>
            <a:off x="2432250" y="3358215"/>
            <a:ext cx="1795115" cy="844018"/>
            <a:chOff x="2494017" y="4521079"/>
            <a:chExt cx="3663189" cy="1056385"/>
          </a:xfrm>
        </p:grpSpPr>
        <p:sp>
          <p:nvSpPr>
            <p:cNvPr id="11" name="角丸四角形吹き出し 18">
              <a:extLst>
                <a:ext uri="{FF2B5EF4-FFF2-40B4-BE49-F238E27FC236}">
                  <a16:creationId xmlns:a16="http://schemas.microsoft.com/office/drawing/2014/main" id="{491C7AED-CE78-E841-B51F-EE7935DEE7EC}"/>
                </a:ext>
              </a:extLst>
            </p:cNvPr>
            <p:cNvSpPr/>
            <p:nvPr/>
          </p:nvSpPr>
          <p:spPr>
            <a:xfrm>
              <a:off x="2494017" y="4521079"/>
              <a:ext cx="3663189" cy="1056385"/>
            </a:xfrm>
            <a:prstGeom prst="wedgeRoundRectCallout">
              <a:avLst>
                <a:gd name="adj1" fmla="val -47259"/>
                <a:gd name="adj2" fmla="val 75409"/>
                <a:gd name="adj3" fmla="val 16667"/>
              </a:avLst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9">
              <a:extLst>
                <a:ext uri="{FF2B5EF4-FFF2-40B4-BE49-F238E27FC236}">
                  <a16:creationId xmlns:a16="http://schemas.microsoft.com/office/drawing/2014/main" id="{D085D697-7761-B84B-807D-2497E4CDDDF2}"/>
                </a:ext>
              </a:extLst>
            </p:cNvPr>
            <p:cNvSpPr txBox="1"/>
            <p:nvPr/>
          </p:nvSpPr>
          <p:spPr>
            <a:xfrm>
              <a:off x="2707868" y="4787628"/>
              <a:ext cx="3235484" cy="577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b="1"/>
                <a:t>変な子！</a:t>
              </a:r>
              <a:endParaRPr kumimoji="1" lang="ja-JP" altLang="en-US" sz="2400" b="1"/>
            </a:p>
          </p:txBody>
        </p:sp>
      </p:grpSp>
      <p:pic>
        <p:nvPicPr>
          <p:cNvPr id="13" name="図 13">
            <a:extLst>
              <a:ext uri="{FF2B5EF4-FFF2-40B4-BE49-F238E27FC236}">
                <a16:creationId xmlns:a16="http://schemas.microsoft.com/office/drawing/2014/main" id="{204F4EBC-AA99-E946-8F01-A9C13CEB5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724" y="2166584"/>
            <a:ext cx="2596486" cy="2973231"/>
          </a:xfrm>
          <a:prstGeom prst="rect">
            <a:avLst/>
          </a:prstGeom>
        </p:spPr>
      </p:pic>
      <p:pic>
        <p:nvPicPr>
          <p:cNvPr id="14" name="図 22" descr="クマの人形&#10;&#10;中程度の精度で自動的に生成された説明">
            <a:extLst>
              <a:ext uri="{FF2B5EF4-FFF2-40B4-BE49-F238E27FC236}">
                <a16:creationId xmlns:a16="http://schemas.microsoft.com/office/drawing/2014/main" id="{350E28F8-016F-B943-AB7B-6CDB4E932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44" y="2459821"/>
            <a:ext cx="2493753" cy="2660003"/>
          </a:xfrm>
          <a:prstGeom prst="rect">
            <a:avLst/>
          </a:prstGeom>
        </p:spPr>
      </p:pic>
      <p:pic>
        <p:nvPicPr>
          <p:cNvPr id="15" name="図 24" descr="ケーキ, 探す, テーブル, 座る が含まれている画像&#10;&#10;自動的に生成された説明">
            <a:extLst>
              <a:ext uri="{FF2B5EF4-FFF2-40B4-BE49-F238E27FC236}">
                <a16:creationId xmlns:a16="http://schemas.microsoft.com/office/drawing/2014/main" id="{C5F5AB6C-3CBE-9744-A85E-9EED68D71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6108" y="4091936"/>
            <a:ext cx="905331" cy="1195157"/>
          </a:xfrm>
          <a:prstGeom prst="rect">
            <a:avLst/>
          </a:prstGeom>
        </p:spPr>
      </p:pic>
      <p:pic>
        <p:nvPicPr>
          <p:cNvPr id="16" name="図 27" descr="座る, 衣類, クマ が含まれている画像&#10;&#10;自動的に生成された説明">
            <a:extLst>
              <a:ext uri="{FF2B5EF4-FFF2-40B4-BE49-F238E27FC236}">
                <a16:creationId xmlns:a16="http://schemas.microsoft.com/office/drawing/2014/main" id="{F3FB3F98-E78B-9744-9625-2EBA522CE9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7492" y="1982881"/>
            <a:ext cx="1189436" cy="1268732"/>
          </a:xfrm>
          <a:prstGeom prst="rect">
            <a:avLst/>
          </a:prstGeom>
        </p:spPr>
      </p:pic>
      <p:pic>
        <p:nvPicPr>
          <p:cNvPr id="17" name="図 29" descr="座る, コンピュータ が含まれている画像&#10;&#10;自動的に生成された説明">
            <a:extLst>
              <a:ext uri="{FF2B5EF4-FFF2-40B4-BE49-F238E27FC236}">
                <a16:creationId xmlns:a16="http://schemas.microsoft.com/office/drawing/2014/main" id="{93F81F02-656C-2342-9FA4-D4D6AF48B6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3810" y="1846810"/>
            <a:ext cx="965538" cy="526002"/>
          </a:xfrm>
          <a:prstGeom prst="rect">
            <a:avLst/>
          </a:prstGeom>
        </p:spPr>
      </p:pic>
      <p:pic>
        <p:nvPicPr>
          <p:cNvPr id="18" name="図 31" descr="人の顔の絵&#10;&#10;低い精度で自動的に生成された説明">
            <a:extLst>
              <a:ext uri="{FF2B5EF4-FFF2-40B4-BE49-F238E27FC236}">
                <a16:creationId xmlns:a16="http://schemas.microsoft.com/office/drawing/2014/main" id="{6F5F0DC0-B033-364F-89DE-882100570A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2198" y="4091936"/>
            <a:ext cx="1054727" cy="11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6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5">
            <a:extLst>
              <a:ext uri="{FF2B5EF4-FFF2-40B4-BE49-F238E27FC236}">
                <a16:creationId xmlns:a16="http://schemas.microsoft.com/office/drawing/2014/main" id="{A899C31B-D749-E441-A08B-DA52B6F5CA60}"/>
              </a:ext>
            </a:extLst>
          </p:cNvPr>
          <p:cNvGrpSpPr/>
          <p:nvPr/>
        </p:nvGrpSpPr>
        <p:grpSpPr>
          <a:xfrm>
            <a:off x="2383928" y="2480051"/>
            <a:ext cx="1900679" cy="844018"/>
            <a:chOff x="2432811" y="1081668"/>
            <a:chExt cx="3663189" cy="1056385"/>
          </a:xfrm>
        </p:grpSpPr>
        <p:sp>
          <p:nvSpPr>
            <p:cNvPr id="4" name="角丸四角形吹き出し 6">
              <a:extLst>
                <a:ext uri="{FF2B5EF4-FFF2-40B4-BE49-F238E27FC236}">
                  <a16:creationId xmlns:a16="http://schemas.microsoft.com/office/drawing/2014/main" id="{D74C1769-8BE1-4748-8D72-428CF83D47E7}"/>
                </a:ext>
              </a:extLst>
            </p:cNvPr>
            <p:cNvSpPr/>
            <p:nvPr/>
          </p:nvSpPr>
          <p:spPr>
            <a:xfrm>
              <a:off x="2432811" y="1081668"/>
              <a:ext cx="3663189" cy="1056385"/>
            </a:xfrm>
            <a:prstGeom prst="wedgeRoundRectCallout">
              <a:avLst>
                <a:gd name="adj1" fmla="val -47128"/>
                <a:gd name="adj2" fmla="val 74439"/>
                <a:gd name="adj3" fmla="val 16667"/>
              </a:avLst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7">
              <a:extLst>
                <a:ext uri="{FF2B5EF4-FFF2-40B4-BE49-F238E27FC236}">
                  <a16:creationId xmlns:a16="http://schemas.microsoft.com/office/drawing/2014/main" id="{8F2B1220-DA92-1B4B-9BE3-E760753EACBD}"/>
                </a:ext>
              </a:extLst>
            </p:cNvPr>
            <p:cNvSpPr txBox="1"/>
            <p:nvPr/>
          </p:nvSpPr>
          <p:spPr>
            <a:xfrm>
              <a:off x="2432811" y="1379027"/>
              <a:ext cx="3540776" cy="484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b="1" dirty="0"/>
                <a:t>Cat lady !</a:t>
              </a:r>
              <a:endParaRPr kumimoji="1" lang="ja-JP" altLang="en-US" sz="2400" b="1"/>
            </a:p>
          </p:txBody>
        </p:sp>
      </p:grpSp>
      <p:grpSp>
        <p:nvGrpSpPr>
          <p:cNvPr id="6" name="グループ化 9">
            <a:extLst>
              <a:ext uri="{FF2B5EF4-FFF2-40B4-BE49-F238E27FC236}">
                <a16:creationId xmlns:a16="http://schemas.microsoft.com/office/drawing/2014/main" id="{75FD2E4A-907B-774B-AC9F-0A41D0899975}"/>
              </a:ext>
            </a:extLst>
          </p:cNvPr>
          <p:cNvGrpSpPr/>
          <p:nvPr/>
        </p:nvGrpSpPr>
        <p:grpSpPr>
          <a:xfrm>
            <a:off x="4481519" y="2829753"/>
            <a:ext cx="2361367" cy="844018"/>
            <a:chOff x="2672711" y="2634072"/>
            <a:chExt cx="3849923" cy="1149468"/>
          </a:xfrm>
        </p:grpSpPr>
        <p:sp>
          <p:nvSpPr>
            <p:cNvPr id="7" name="角丸四角形吹き出し 10">
              <a:extLst>
                <a:ext uri="{FF2B5EF4-FFF2-40B4-BE49-F238E27FC236}">
                  <a16:creationId xmlns:a16="http://schemas.microsoft.com/office/drawing/2014/main" id="{F4BAC83C-1EE1-2749-969C-B0DE3EBB2B54}"/>
                </a:ext>
              </a:extLst>
            </p:cNvPr>
            <p:cNvSpPr/>
            <p:nvPr/>
          </p:nvSpPr>
          <p:spPr>
            <a:xfrm>
              <a:off x="2672711" y="2634072"/>
              <a:ext cx="3663189" cy="1149468"/>
            </a:xfrm>
            <a:prstGeom prst="wedgeRoundRectCallout">
              <a:avLst>
                <a:gd name="adj1" fmla="val 57712"/>
                <a:gd name="adj2" fmla="val 83095"/>
                <a:gd name="adj3" fmla="val 16667"/>
              </a:avLst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11">
              <a:extLst>
                <a:ext uri="{FF2B5EF4-FFF2-40B4-BE49-F238E27FC236}">
                  <a16:creationId xmlns:a16="http://schemas.microsoft.com/office/drawing/2014/main" id="{8F9B6585-7975-4747-A075-09A5ED77E3BC}"/>
                </a:ext>
              </a:extLst>
            </p:cNvPr>
            <p:cNvSpPr txBox="1"/>
            <p:nvPr/>
          </p:nvSpPr>
          <p:spPr>
            <a:xfrm>
              <a:off x="2981859" y="2732547"/>
              <a:ext cx="3540775" cy="527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b="1"/>
                <a:t>猫？？女性？</a:t>
              </a:r>
            </a:p>
          </p:txBody>
        </p:sp>
      </p:grpSp>
      <p:sp>
        <p:nvSpPr>
          <p:cNvPr id="9" name="雲形吹き出し 14">
            <a:extLst>
              <a:ext uri="{FF2B5EF4-FFF2-40B4-BE49-F238E27FC236}">
                <a16:creationId xmlns:a16="http://schemas.microsoft.com/office/drawing/2014/main" id="{2130B1A3-9938-4C42-AB8C-5E87D6926B04}"/>
              </a:ext>
            </a:extLst>
          </p:cNvPr>
          <p:cNvSpPr/>
          <p:nvPr/>
        </p:nvSpPr>
        <p:spPr>
          <a:xfrm>
            <a:off x="9188793" y="1709049"/>
            <a:ext cx="2842443" cy="2071171"/>
          </a:xfrm>
          <a:prstGeom prst="cloudCallout">
            <a:avLst>
              <a:gd name="adj1" fmla="val -26022"/>
              <a:gd name="adj2" fmla="val 69615"/>
            </a:avLst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17">
            <a:extLst>
              <a:ext uri="{FF2B5EF4-FFF2-40B4-BE49-F238E27FC236}">
                <a16:creationId xmlns:a16="http://schemas.microsoft.com/office/drawing/2014/main" id="{2709546E-051B-214D-BC81-68B5D8659826}"/>
              </a:ext>
            </a:extLst>
          </p:cNvPr>
          <p:cNvGrpSpPr/>
          <p:nvPr/>
        </p:nvGrpSpPr>
        <p:grpSpPr>
          <a:xfrm>
            <a:off x="2402269" y="3643028"/>
            <a:ext cx="1795115" cy="844018"/>
            <a:chOff x="2494017" y="4521079"/>
            <a:chExt cx="3663189" cy="1056385"/>
          </a:xfrm>
        </p:grpSpPr>
        <p:sp>
          <p:nvSpPr>
            <p:cNvPr id="11" name="角丸四角形吹き出し 18">
              <a:extLst>
                <a:ext uri="{FF2B5EF4-FFF2-40B4-BE49-F238E27FC236}">
                  <a16:creationId xmlns:a16="http://schemas.microsoft.com/office/drawing/2014/main" id="{491C7AED-CE78-E841-B51F-EE7935DEE7EC}"/>
                </a:ext>
              </a:extLst>
            </p:cNvPr>
            <p:cNvSpPr/>
            <p:nvPr/>
          </p:nvSpPr>
          <p:spPr>
            <a:xfrm>
              <a:off x="2494017" y="4521079"/>
              <a:ext cx="3663189" cy="1056385"/>
            </a:xfrm>
            <a:prstGeom prst="wedgeRoundRectCallout">
              <a:avLst>
                <a:gd name="adj1" fmla="val -47259"/>
                <a:gd name="adj2" fmla="val 75409"/>
                <a:gd name="adj3" fmla="val 16667"/>
              </a:avLst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9">
              <a:extLst>
                <a:ext uri="{FF2B5EF4-FFF2-40B4-BE49-F238E27FC236}">
                  <a16:creationId xmlns:a16="http://schemas.microsoft.com/office/drawing/2014/main" id="{D085D697-7761-B84B-807D-2497E4CDDDF2}"/>
                </a:ext>
              </a:extLst>
            </p:cNvPr>
            <p:cNvSpPr txBox="1"/>
            <p:nvPr/>
          </p:nvSpPr>
          <p:spPr>
            <a:xfrm>
              <a:off x="2784486" y="4521079"/>
              <a:ext cx="3235484" cy="1040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b="1" dirty="0"/>
                <a:t>Strange woman</a:t>
              </a:r>
              <a:r>
                <a:rPr lang="ja-JP" altLang="en-US" sz="2400" b="1"/>
                <a:t>！</a:t>
              </a:r>
              <a:endParaRPr kumimoji="1" lang="ja-JP" altLang="en-US" sz="2400" b="1"/>
            </a:p>
          </p:txBody>
        </p:sp>
      </p:grpSp>
      <p:pic>
        <p:nvPicPr>
          <p:cNvPr id="13" name="図 13">
            <a:extLst>
              <a:ext uri="{FF2B5EF4-FFF2-40B4-BE49-F238E27FC236}">
                <a16:creationId xmlns:a16="http://schemas.microsoft.com/office/drawing/2014/main" id="{204F4EBC-AA99-E946-8F01-A9C13CEB5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05" y="2451397"/>
            <a:ext cx="2596486" cy="2973231"/>
          </a:xfrm>
          <a:prstGeom prst="rect">
            <a:avLst/>
          </a:prstGeom>
        </p:spPr>
      </p:pic>
      <p:pic>
        <p:nvPicPr>
          <p:cNvPr id="14" name="図 22" descr="クマの人形&#10;&#10;中程度の精度で自動的に生成された説明">
            <a:extLst>
              <a:ext uri="{FF2B5EF4-FFF2-40B4-BE49-F238E27FC236}">
                <a16:creationId xmlns:a16="http://schemas.microsoft.com/office/drawing/2014/main" id="{350E28F8-016F-B943-AB7B-6CDB4E932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263" y="2744634"/>
            <a:ext cx="2493753" cy="2660003"/>
          </a:xfrm>
          <a:prstGeom prst="rect">
            <a:avLst/>
          </a:prstGeom>
        </p:spPr>
      </p:pic>
      <p:pic>
        <p:nvPicPr>
          <p:cNvPr id="15" name="図 24" descr="ケーキ, 探す, テーブル, 座る が含まれている画像&#10;&#10;自動的に生成された説明">
            <a:extLst>
              <a:ext uri="{FF2B5EF4-FFF2-40B4-BE49-F238E27FC236}">
                <a16:creationId xmlns:a16="http://schemas.microsoft.com/office/drawing/2014/main" id="{C5F5AB6C-3CBE-9744-A85E-9EED68D71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6127" y="4376749"/>
            <a:ext cx="905331" cy="1195157"/>
          </a:xfrm>
          <a:prstGeom prst="rect">
            <a:avLst/>
          </a:prstGeom>
        </p:spPr>
      </p:pic>
      <p:pic>
        <p:nvPicPr>
          <p:cNvPr id="16" name="図 27" descr="座る, 衣類, クマ が含まれている画像&#10;&#10;自動的に生成された説明">
            <a:extLst>
              <a:ext uri="{FF2B5EF4-FFF2-40B4-BE49-F238E27FC236}">
                <a16:creationId xmlns:a16="http://schemas.microsoft.com/office/drawing/2014/main" id="{F3FB3F98-E78B-9744-9625-2EBA522CE9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2311" y="2148425"/>
            <a:ext cx="1189436" cy="1268732"/>
          </a:xfrm>
          <a:prstGeom prst="rect">
            <a:avLst/>
          </a:prstGeom>
        </p:spPr>
      </p:pic>
      <p:pic>
        <p:nvPicPr>
          <p:cNvPr id="17" name="図 29" descr="座る, コンピュータ が含まれている画像&#10;&#10;自動的に生成された説明">
            <a:extLst>
              <a:ext uri="{FF2B5EF4-FFF2-40B4-BE49-F238E27FC236}">
                <a16:creationId xmlns:a16="http://schemas.microsoft.com/office/drawing/2014/main" id="{93F81F02-656C-2342-9FA4-D4D6AF48B6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8629" y="2012354"/>
            <a:ext cx="965538" cy="526002"/>
          </a:xfrm>
          <a:prstGeom prst="rect">
            <a:avLst/>
          </a:prstGeom>
        </p:spPr>
      </p:pic>
      <p:pic>
        <p:nvPicPr>
          <p:cNvPr id="18" name="図 31" descr="人の顔の絵&#10;&#10;低い精度で自動的に生成された説明">
            <a:extLst>
              <a:ext uri="{FF2B5EF4-FFF2-40B4-BE49-F238E27FC236}">
                <a16:creationId xmlns:a16="http://schemas.microsoft.com/office/drawing/2014/main" id="{6F5F0DC0-B033-364F-89DE-882100570A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2217" y="4376749"/>
            <a:ext cx="1054727" cy="1195158"/>
          </a:xfrm>
          <a:prstGeom prst="rect">
            <a:avLst/>
          </a:prstGeom>
        </p:spPr>
      </p:pic>
      <p:sp>
        <p:nvSpPr>
          <p:cNvPr id="19" name="テキスト ボックス 11">
            <a:extLst>
              <a:ext uri="{FF2B5EF4-FFF2-40B4-BE49-F238E27FC236}">
                <a16:creationId xmlns:a16="http://schemas.microsoft.com/office/drawing/2014/main" id="{736C4E74-FD28-BC43-88B1-4D540DDC21A8}"/>
              </a:ext>
            </a:extLst>
          </p:cNvPr>
          <p:cNvSpPr txBox="1"/>
          <p:nvPr/>
        </p:nvSpPr>
        <p:spPr>
          <a:xfrm>
            <a:off x="4697736" y="3186732"/>
            <a:ext cx="2171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(cat)   (lady)</a:t>
            </a:r>
            <a:endParaRPr kumimoji="1" lang="ja-JP" altLang="en-US" sz="2400" b="1"/>
          </a:p>
        </p:txBody>
      </p:sp>
      <p:sp>
        <p:nvSpPr>
          <p:cNvPr id="22" name="テキスト ボックス 11">
            <a:extLst>
              <a:ext uri="{FF2B5EF4-FFF2-40B4-BE49-F238E27FC236}">
                <a16:creationId xmlns:a16="http://schemas.microsoft.com/office/drawing/2014/main" id="{C1A38AA4-A4F3-EC43-9302-0ED060BFF7D3}"/>
              </a:ext>
            </a:extLst>
          </p:cNvPr>
          <p:cNvSpPr txBox="1"/>
          <p:nvPr/>
        </p:nvSpPr>
        <p:spPr>
          <a:xfrm>
            <a:off x="9427765" y="2365872"/>
            <a:ext cx="2171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/>
              <a:t>なんか</a:t>
            </a:r>
            <a:endParaRPr kumimoji="1" lang="en-US" altLang="ja-JP" b="1" dirty="0"/>
          </a:p>
          <a:p>
            <a:r>
              <a:rPr kumimoji="1" lang="ja-JP" altLang="en-US" b="1"/>
              <a:t>可愛い</a:t>
            </a:r>
            <a:endParaRPr kumimoji="1" lang="en-US" altLang="ja-JP" b="1" dirty="0"/>
          </a:p>
          <a:p>
            <a:r>
              <a:rPr kumimoji="1" lang="en-US" altLang="ja-JP" b="1" dirty="0"/>
              <a:t>(That’s cute)</a:t>
            </a:r>
            <a:endParaRPr kumimoji="1" lang="ja-JP" altLang="en-US" b="1"/>
          </a:p>
        </p:txBody>
      </p:sp>
    </p:spTree>
    <p:extLst>
      <p:ext uri="{BB962C8B-B14F-4D97-AF65-F5344CB8AC3E}">
        <p14:creationId xmlns:p14="http://schemas.microsoft.com/office/powerpoint/2010/main" val="297682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2">
            <a:extLst>
              <a:ext uri="{FF2B5EF4-FFF2-40B4-BE49-F238E27FC236}">
                <a16:creationId xmlns:a16="http://schemas.microsoft.com/office/drawing/2014/main" id="{D2CA9F72-9502-AA4F-8751-F3299A50F49B}"/>
              </a:ext>
            </a:extLst>
          </p:cNvPr>
          <p:cNvGrpSpPr/>
          <p:nvPr/>
        </p:nvGrpSpPr>
        <p:grpSpPr>
          <a:xfrm>
            <a:off x="758089" y="792225"/>
            <a:ext cx="3869124" cy="4254373"/>
            <a:chOff x="758089" y="1157350"/>
            <a:chExt cx="3869124" cy="4254373"/>
          </a:xfrm>
        </p:grpSpPr>
        <p:sp>
          <p:nvSpPr>
            <p:cNvPr id="3" name="正方形/長方形 18">
              <a:extLst>
                <a:ext uri="{FF2B5EF4-FFF2-40B4-BE49-F238E27FC236}">
                  <a16:creationId xmlns:a16="http://schemas.microsoft.com/office/drawing/2014/main" id="{C3A6408E-FD34-3B45-AB0E-426743468E51}"/>
                </a:ext>
              </a:extLst>
            </p:cNvPr>
            <p:cNvSpPr/>
            <p:nvPr/>
          </p:nvSpPr>
          <p:spPr>
            <a:xfrm>
              <a:off x="838201" y="1517623"/>
              <a:ext cx="3789012" cy="3894100"/>
            </a:xfrm>
            <a:prstGeom prst="rect">
              <a:avLst/>
            </a:prstGeom>
            <a:solidFill>
              <a:srgbClr val="CDD2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テキスト ボックス 21">
              <a:extLst>
                <a:ext uri="{FF2B5EF4-FFF2-40B4-BE49-F238E27FC236}">
                  <a16:creationId xmlns:a16="http://schemas.microsoft.com/office/drawing/2014/main" id="{4BD7CA72-D7EB-3B45-9746-AF1033A98EAE}"/>
                </a:ext>
              </a:extLst>
            </p:cNvPr>
            <p:cNvSpPr txBox="1"/>
            <p:nvPr/>
          </p:nvSpPr>
          <p:spPr>
            <a:xfrm>
              <a:off x="758089" y="1157350"/>
              <a:ext cx="19729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i="1" dirty="0" err="1">
                  <a:solidFill>
                    <a:srgbClr val="4E709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Dic</a:t>
              </a:r>
              <a:r>
                <a:rPr kumimoji="1" lang="en-US" altLang="ja-JP" sz="2000" i="1" dirty="0">
                  <a:solidFill>
                    <a:srgbClr val="4E709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ja-JP" sz="2000" i="1" baseline="-25000" dirty="0">
                  <a:solidFill>
                    <a:srgbClr val="4E709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Malay-Indonesian</a:t>
              </a:r>
              <a:endParaRPr kumimoji="1" lang="ja-JP" altLang="en-US" sz="2000" i="1" baseline="-25000">
                <a:solidFill>
                  <a:srgbClr val="4E709D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グループ化 3">
            <a:extLst>
              <a:ext uri="{FF2B5EF4-FFF2-40B4-BE49-F238E27FC236}">
                <a16:creationId xmlns:a16="http://schemas.microsoft.com/office/drawing/2014/main" id="{3DC2C871-82D2-7D40-885A-0FDC00E63CF1}"/>
              </a:ext>
            </a:extLst>
          </p:cNvPr>
          <p:cNvGrpSpPr/>
          <p:nvPr/>
        </p:nvGrpSpPr>
        <p:grpSpPr>
          <a:xfrm>
            <a:off x="3176175" y="626340"/>
            <a:ext cx="4050527" cy="4231722"/>
            <a:chOff x="3176175" y="991465"/>
            <a:chExt cx="4050527" cy="4231722"/>
          </a:xfrm>
        </p:grpSpPr>
        <p:sp>
          <p:nvSpPr>
            <p:cNvPr id="6" name="正方形/長方形 60">
              <a:extLst>
                <a:ext uri="{FF2B5EF4-FFF2-40B4-BE49-F238E27FC236}">
                  <a16:creationId xmlns:a16="http://schemas.microsoft.com/office/drawing/2014/main" id="{316FB3FD-37C0-8D4B-A6DD-72529AAD191F}"/>
                </a:ext>
              </a:extLst>
            </p:cNvPr>
            <p:cNvSpPr/>
            <p:nvPr/>
          </p:nvSpPr>
          <p:spPr>
            <a:xfrm>
              <a:off x="3176175" y="1368468"/>
              <a:ext cx="4050527" cy="3854719"/>
            </a:xfrm>
            <a:prstGeom prst="rect">
              <a:avLst/>
            </a:prstGeom>
            <a:solidFill>
              <a:srgbClr val="F5B17B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9">
              <a:extLst>
                <a:ext uri="{FF2B5EF4-FFF2-40B4-BE49-F238E27FC236}">
                  <a16:creationId xmlns:a16="http://schemas.microsoft.com/office/drawing/2014/main" id="{2D5F8401-EC15-5249-8A31-98E0E3C4BF37}"/>
                </a:ext>
              </a:extLst>
            </p:cNvPr>
            <p:cNvSpPr txBox="1"/>
            <p:nvPr/>
          </p:nvSpPr>
          <p:spPr>
            <a:xfrm>
              <a:off x="4866336" y="991465"/>
              <a:ext cx="234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i="1" dirty="0" err="1">
                  <a:solidFill>
                    <a:srgbClr val="4E709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Dic</a:t>
              </a:r>
              <a:r>
                <a:rPr kumimoji="1" lang="en-US" altLang="ja-JP" sz="2000" i="1" dirty="0">
                  <a:solidFill>
                    <a:srgbClr val="4E709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ja-JP" sz="2000" i="1" baseline="-25000" dirty="0">
                  <a:solidFill>
                    <a:srgbClr val="4E709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Indonesian-Minangkabau</a:t>
              </a:r>
              <a:endParaRPr kumimoji="1" lang="ja-JP" altLang="en-US" sz="2000" i="1" baseline="-25000">
                <a:solidFill>
                  <a:srgbClr val="4E709D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67162FB-119E-884E-A760-64180DEFCE6C}"/>
              </a:ext>
            </a:extLst>
          </p:cNvPr>
          <p:cNvSpPr txBox="1"/>
          <p:nvPr/>
        </p:nvSpPr>
        <p:spPr>
          <a:xfrm>
            <a:off x="1051633" y="2876974"/>
            <a:ext cx="1257341" cy="485326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en-US" sz="2400" dirty="0" err="1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sumpah</a:t>
            </a:r>
            <a:endParaRPr lang="en-US" sz="2400" dirty="0">
              <a:solidFill>
                <a:srgbClr val="4E709D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2BD5F5-2CF6-3744-B20C-392F5C6B3E27}"/>
              </a:ext>
            </a:extLst>
          </p:cNvPr>
          <p:cNvSpPr txBox="1"/>
          <p:nvPr/>
        </p:nvSpPr>
        <p:spPr>
          <a:xfrm>
            <a:off x="1318033" y="1152498"/>
            <a:ext cx="869149" cy="413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4E70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Malay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326814-E519-8046-B0E9-6C2E116D6CBA}"/>
              </a:ext>
            </a:extLst>
          </p:cNvPr>
          <p:cNvSpPr txBox="1"/>
          <p:nvPr/>
        </p:nvSpPr>
        <p:spPr>
          <a:xfrm>
            <a:off x="3176175" y="1153453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4E70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Indonesian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BD6FE8-E88B-9448-BA45-F78030887CAC}"/>
              </a:ext>
            </a:extLst>
          </p:cNvPr>
          <p:cNvSpPr txBox="1"/>
          <p:nvPr/>
        </p:nvSpPr>
        <p:spPr>
          <a:xfrm>
            <a:off x="5441892" y="1152498"/>
            <a:ext cx="1707455" cy="413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4E70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Minangkabau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DE5C4A-695A-A649-B438-892AFE2F3959}"/>
              </a:ext>
            </a:extLst>
          </p:cNvPr>
          <p:cNvSpPr txBox="1"/>
          <p:nvPr/>
        </p:nvSpPr>
        <p:spPr>
          <a:xfrm>
            <a:off x="852721" y="3365638"/>
            <a:ext cx="1660430" cy="41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8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oath / curse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16C933-A461-514A-9136-E929DE8E744A}"/>
              </a:ext>
            </a:extLst>
          </p:cNvPr>
          <p:cNvSpPr txBox="1"/>
          <p:nvPr/>
        </p:nvSpPr>
        <p:spPr>
          <a:xfrm>
            <a:off x="3256098" y="2876974"/>
            <a:ext cx="1259688" cy="485326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en-US" sz="2400" dirty="0" err="1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sumpah</a:t>
            </a:r>
            <a:endParaRPr lang="en-US" sz="2400" dirty="0">
              <a:solidFill>
                <a:srgbClr val="4E709D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4F62DD-2C02-EE4F-AC97-DFBFD6E8322C}"/>
              </a:ext>
            </a:extLst>
          </p:cNvPr>
          <p:cNvSpPr txBox="1"/>
          <p:nvPr/>
        </p:nvSpPr>
        <p:spPr>
          <a:xfrm>
            <a:off x="2973152" y="3349674"/>
            <a:ext cx="169102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8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oath /  promise / curse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47C41E-0A24-C242-A1C1-4C58EE5896FB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2308974" y="3119637"/>
            <a:ext cx="947124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D798E6-BFC4-3F4B-A07E-A07909C942BF}"/>
              </a:ext>
            </a:extLst>
          </p:cNvPr>
          <p:cNvSpPr txBox="1"/>
          <p:nvPr/>
        </p:nvSpPr>
        <p:spPr>
          <a:xfrm>
            <a:off x="5620259" y="2888805"/>
            <a:ext cx="1467395" cy="46166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sumpah</a:t>
            </a:r>
            <a:endParaRPr lang="en-US" sz="2400" dirty="0">
              <a:solidFill>
                <a:srgbClr val="4E709D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F5D224C-9852-6E43-BB2B-B6B742C738B8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4515786" y="3119637"/>
            <a:ext cx="1104473" cy="1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D9A1A32-8230-7346-B21F-D3C0AF7126EA}"/>
              </a:ext>
            </a:extLst>
          </p:cNvPr>
          <p:cNvSpPr txBox="1"/>
          <p:nvPr/>
        </p:nvSpPr>
        <p:spPr>
          <a:xfrm>
            <a:off x="6022775" y="3311468"/>
            <a:ext cx="662361" cy="413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8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1F2C94-10FA-8B42-BD4D-1A916EAD93A3}"/>
              </a:ext>
            </a:extLst>
          </p:cNvPr>
          <p:cNvSpPr txBox="1"/>
          <p:nvPr/>
        </p:nvSpPr>
        <p:spPr>
          <a:xfrm>
            <a:off x="5605170" y="3938662"/>
            <a:ext cx="1483203" cy="46166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janji</a:t>
            </a:r>
            <a:endParaRPr lang="en-US" sz="2400" dirty="0">
              <a:solidFill>
                <a:srgbClr val="4E709D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890CCE-AD5F-BE49-8997-30DE200106B2}"/>
              </a:ext>
            </a:extLst>
          </p:cNvPr>
          <p:cNvSpPr txBox="1"/>
          <p:nvPr/>
        </p:nvSpPr>
        <p:spPr>
          <a:xfrm>
            <a:off x="5827398" y="4333081"/>
            <a:ext cx="1038746" cy="413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8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9D559A-3C42-5F43-AAF9-862B93AE6EB3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>
            <a:off x="4515786" y="3119637"/>
            <a:ext cx="1089384" cy="1049858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40479B3-4DED-E940-84B9-172689BD6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535" y="1491518"/>
            <a:ext cx="1996287" cy="199628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401DAB7-0D1D-774A-B695-3ED2352BBC9F}"/>
              </a:ext>
            </a:extLst>
          </p:cNvPr>
          <p:cNvSpPr txBox="1"/>
          <p:nvPr/>
        </p:nvSpPr>
        <p:spPr>
          <a:xfrm>
            <a:off x="8373498" y="3192697"/>
            <a:ext cx="662361" cy="413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8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oath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34548B8-1AAC-A744-A6E2-6340AF0F8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772" y="1829500"/>
            <a:ext cx="1518083" cy="12343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6BD7A70-25BF-454E-825C-2605E60B7E7A}"/>
              </a:ext>
            </a:extLst>
          </p:cNvPr>
          <p:cNvSpPr txBox="1"/>
          <p:nvPr/>
        </p:nvSpPr>
        <p:spPr>
          <a:xfrm>
            <a:off x="9966440" y="3175891"/>
            <a:ext cx="1038746" cy="413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8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7BA9A20-A05A-564E-88B5-EC3CE03A3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644" y="3533968"/>
            <a:ext cx="1678068" cy="167806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FF186AA-E42E-294D-8B26-3E4905BF8C54}"/>
              </a:ext>
            </a:extLst>
          </p:cNvPr>
          <p:cNvSpPr txBox="1"/>
          <p:nvPr/>
        </p:nvSpPr>
        <p:spPr>
          <a:xfrm>
            <a:off x="8292546" y="5006761"/>
            <a:ext cx="824265" cy="413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8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swear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871EDFF-2BF6-4047-8DD8-2E5414962C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4749" y="3747380"/>
            <a:ext cx="1322129" cy="132212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F8ECC84-70C9-424E-8FF1-80F90F6650B6}"/>
              </a:ext>
            </a:extLst>
          </p:cNvPr>
          <p:cNvSpPr txBox="1"/>
          <p:nvPr/>
        </p:nvSpPr>
        <p:spPr>
          <a:xfrm>
            <a:off x="10033898" y="5016140"/>
            <a:ext cx="903830" cy="41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8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F13C05-F3FC-8546-AF65-1B4F0D9CBA04}"/>
              </a:ext>
            </a:extLst>
          </p:cNvPr>
          <p:cNvSpPr txBox="1"/>
          <p:nvPr/>
        </p:nvSpPr>
        <p:spPr>
          <a:xfrm>
            <a:off x="838201" y="5364061"/>
            <a:ext cx="6388502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Malay – Minangkabau Possible Translations (</a:t>
            </a:r>
            <a:r>
              <a:rPr lang="en-US" sz="2000" b="1" dirty="0">
                <a:solidFill>
                  <a:srgbClr val="4E70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correct</a:t>
            </a:r>
            <a:r>
              <a:rPr lang="en-US" sz="20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3 pairs):</a:t>
            </a:r>
          </a:p>
          <a:p>
            <a:r>
              <a:rPr lang="en-US" sz="2000" b="1" dirty="0" err="1">
                <a:solidFill>
                  <a:srgbClr val="4E70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kutukan</a:t>
            </a:r>
            <a:r>
              <a:rPr lang="en-US" sz="20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– </a:t>
            </a:r>
            <a:r>
              <a:rPr lang="en-US" sz="2000" b="1" dirty="0" err="1">
                <a:solidFill>
                  <a:srgbClr val="4E70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kiparaik</a:t>
            </a:r>
            <a:r>
              <a:rPr lang="en-US" sz="20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000" b="1" dirty="0" err="1">
                <a:solidFill>
                  <a:srgbClr val="4E70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sumpah</a:t>
            </a:r>
            <a:r>
              <a:rPr lang="en-US" sz="20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– </a:t>
            </a:r>
            <a:r>
              <a:rPr lang="en-US" sz="2000" b="1" dirty="0" err="1">
                <a:solidFill>
                  <a:srgbClr val="4E70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kiparaik</a:t>
            </a:r>
            <a:r>
              <a:rPr lang="en-US" sz="20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000" b="1" dirty="0" err="1">
                <a:solidFill>
                  <a:srgbClr val="4E70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sumpah</a:t>
            </a:r>
            <a:r>
              <a:rPr lang="en-US" sz="20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ja-JP" sz="20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– </a:t>
            </a:r>
            <a:r>
              <a:rPr lang="en-US" altLang="ja-JP" sz="2000" b="1" dirty="0" err="1">
                <a:solidFill>
                  <a:srgbClr val="4E70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sumpah</a:t>
            </a:r>
            <a:r>
              <a:rPr lang="en-US" altLang="ja-JP" sz="20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</a:t>
            </a:r>
          </a:p>
          <a:p>
            <a:r>
              <a:rPr lang="en-US" sz="2000" dirty="0" err="1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kutukan</a:t>
            </a:r>
            <a:r>
              <a:rPr lang="en-US" altLang="ja-JP" sz="20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– </a:t>
            </a:r>
            <a:r>
              <a:rPr lang="en-US" altLang="ja-JP" sz="2000" dirty="0" err="1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sumpah</a:t>
            </a:r>
            <a:r>
              <a:rPr lang="en-US" altLang="ja-JP" sz="20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altLang="ja-JP" sz="2000" dirty="0" err="1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kutukan</a:t>
            </a:r>
            <a:r>
              <a:rPr lang="en-US" altLang="ja-JP" sz="20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– </a:t>
            </a:r>
            <a:r>
              <a:rPr lang="en-US" altLang="ja-JP" sz="2000" dirty="0" err="1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janji</a:t>
            </a:r>
            <a:r>
              <a:rPr lang="en-US" altLang="ja-JP" sz="20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altLang="ja-JP" sz="2000" dirty="0" err="1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sumpah</a:t>
            </a:r>
            <a:r>
              <a:rPr lang="en-US" altLang="ja-JP" sz="20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– </a:t>
            </a:r>
            <a:r>
              <a:rPr lang="en-US" altLang="ja-JP" sz="2000" dirty="0" err="1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janji</a:t>
            </a:r>
            <a:endParaRPr lang="en-US" sz="2000" dirty="0">
              <a:solidFill>
                <a:srgbClr val="4E709D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6DBE40-0B9F-4B4B-8AAA-2D9DE3CF44D3}"/>
              </a:ext>
            </a:extLst>
          </p:cNvPr>
          <p:cNvSpPr txBox="1"/>
          <p:nvPr/>
        </p:nvSpPr>
        <p:spPr>
          <a:xfrm>
            <a:off x="1042411" y="1663345"/>
            <a:ext cx="1258124" cy="485326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en-US" sz="2400" dirty="0" err="1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kutukan</a:t>
            </a:r>
            <a:endParaRPr lang="en-US" sz="2400" dirty="0">
              <a:solidFill>
                <a:srgbClr val="4E709D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9219347-FEB7-6241-AEC6-AF76DE1A275F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>
            <a:off x="2300535" y="1906008"/>
            <a:ext cx="958152" cy="1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37D34F7-16CA-9C48-8D94-767584BA6C3B}"/>
              </a:ext>
            </a:extLst>
          </p:cNvPr>
          <p:cNvSpPr txBox="1"/>
          <p:nvPr/>
        </p:nvSpPr>
        <p:spPr>
          <a:xfrm>
            <a:off x="3258687" y="1676746"/>
            <a:ext cx="1259688" cy="45852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en-US" sz="2400" dirty="0" err="1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kutukan</a:t>
            </a:r>
            <a:endParaRPr lang="en-US" sz="2400" dirty="0">
              <a:solidFill>
                <a:srgbClr val="4E709D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9682E3-EBF4-5E47-AA24-B5ACDF820880}"/>
              </a:ext>
            </a:extLst>
          </p:cNvPr>
          <p:cNvSpPr txBox="1"/>
          <p:nvPr/>
        </p:nvSpPr>
        <p:spPr>
          <a:xfrm>
            <a:off x="2908527" y="2039453"/>
            <a:ext cx="1820275" cy="413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84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CD6A1F-E25C-E34B-91E6-8BB57545274C}"/>
              </a:ext>
            </a:extLst>
          </p:cNvPr>
          <p:cNvSpPr txBox="1"/>
          <p:nvPr/>
        </p:nvSpPr>
        <p:spPr>
          <a:xfrm>
            <a:off x="1120725" y="2074860"/>
            <a:ext cx="986451" cy="413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84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61928E-A8CD-7647-895D-97BC6599AD9C}"/>
              </a:ext>
            </a:extLst>
          </p:cNvPr>
          <p:cNvSpPr txBox="1"/>
          <p:nvPr/>
        </p:nvSpPr>
        <p:spPr>
          <a:xfrm>
            <a:off x="5606358" y="1675176"/>
            <a:ext cx="1499777" cy="46166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kiparaik</a:t>
            </a:r>
            <a:endParaRPr lang="en-US" sz="2400" dirty="0">
              <a:solidFill>
                <a:srgbClr val="4E709D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7D22CD-8D18-224A-B1FC-7464D65BB9DD}"/>
              </a:ext>
            </a:extLst>
          </p:cNvPr>
          <p:cNvSpPr txBox="1"/>
          <p:nvPr/>
        </p:nvSpPr>
        <p:spPr>
          <a:xfrm>
            <a:off x="5935196" y="2054177"/>
            <a:ext cx="763351" cy="4130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84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A0090F1-F609-5946-BC9E-E618A7F5E757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4518375" y="1906009"/>
            <a:ext cx="1087983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6D6266B-2D83-B442-94D7-BB627ADCDB75}"/>
              </a:ext>
            </a:extLst>
          </p:cNvPr>
          <p:cNvCxnSpPr>
            <a:cxnSpLocks/>
            <a:stCxn id="8" idx="3"/>
            <a:endCxn id="33" idx="1"/>
          </p:cNvCxnSpPr>
          <p:nvPr/>
        </p:nvCxnSpPr>
        <p:spPr>
          <a:xfrm flipV="1">
            <a:off x="2308974" y="1906009"/>
            <a:ext cx="949713" cy="1213628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011C656-3D8A-3442-B54D-25A9952DA71A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 flipV="1">
            <a:off x="4515786" y="1906009"/>
            <a:ext cx="1090572" cy="1213628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7BAA2A5-89A2-C54E-ADF4-F91D5B009EFE}"/>
              </a:ext>
            </a:extLst>
          </p:cNvPr>
          <p:cNvCxnSpPr>
            <a:cxnSpLocks/>
            <a:stCxn id="13" idx="1"/>
            <a:endCxn id="31" idx="3"/>
          </p:cNvCxnSpPr>
          <p:nvPr/>
        </p:nvCxnSpPr>
        <p:spPr>
          <a:xfrm flipH="1" flipV="1">
            <a:off x="2300535" y="1906008"/>
            <a:ext cx="955563" cy="1213629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50">
            <a:extLst>
              <a:ext uri="{FF2B5EF4-FFF2-40B4-BE49-F238E27FC236}">
                <a16:creationId xmlns:a16="http://schemas.microsoft.com/office/drawing/2014/main" id="{F8B5AF67-B1A6-E749-90A9-956A8C0693C3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5251241" y="4169495"/>
            <a:ext cx="353929" cy="401026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52">
            <a:extLst>
              <a:ext uri="{FF2B5EF4-FFF2-40B4-BE49-F238E27FC236}">
                <a16:creationId xmlns:a16="http://schemas.microsoft.com/office/drawing/2014/main" id="{6294C5E7-ECC4-0B42-8F5E-323C97B16665}"/>
              </a:ext>
            </a:extLst>
          </p:cNvPr>
          <p:cNvSpPr txBox="1"/>
          <p:nvPr/>
        </p:nvSpPr>
        <p:spPr>
          <a:xfrm rot="5400000">
            <a:off x="3510394" y="4315688"/>
            <a:ext cx="849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45" name="Straight Connector 50">
            <a:extLst>
              <a:ext uri="{FF2B5EF4-FFF2-40B4-BE49-F238E27FC236}">
                <a16:creationId xmlns:a16="http://schemas.microsoft.com/office/drawing/2014/main" id="{1B6D8BFD-D1C0-9B41-AD15-3F991B152EC4}"/>
              </a:ext>
            </a:extLst>
          </p:cNvPr>
          <p:cNvCxnSpPr>
            <a:cxnSpLocks/>
          </p:cNvCxnSpPr>
          <p:nvPr/>
        </p:nvCxnSpPr>
        <p:spPr>
          <a:xfrm flipV="1">
            <a:off x="5023567" y="4422554"/>
            <a:ext cx="353929" cy="401026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6" name="グループ化 20">
            <a:extLst>
              <a:ext uri="{FF2B5EF4-FFF2-40B4-BE49-F238E27FC236}">
                <a16:creationId xmlns:a16="http://schemas.microsoft.com/office/drawing/2014/main" id="{48AE8D98-C294-3C47-B3F1-FB58550B6E53}"/>
              </a:ext>
            </a:extLst>
          </p:cNvPr>
          <p:cNvGrpSpPr/>
          <p:nvPr/>
        </p:nvGrpSpPr>
        <p:grpSpPr>
          <a:xfrm>
            <a:off x="4728803" y="4150650"/>
            <a:ext cx="877556" cy="662877"/>
            <a:chOff x="5175967" y="4524533"/>
            <a:chExt cx="581603" cy="662877"/>
          </a:xfrm>
        </p:grpSpPr>
        <p:cxnSp>
          <p:nvCxnSpPr>
            <p:cNvPr id="47" name="Straight Connector 50">
              <a:extLst>
                <a:ext uri="{FF2B5EF4-FFF2-40B4-BE49-F238E27FC236}">
                  <a16:creationId xmlns:a16="http://schemas.microsoft.com/office/drawing/2014/main" id="{D230A665-8D31-9946-8E68-C1230F28D7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3641" y="4524533"/>
              <a:ext cx="353929" cy="401026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" name="Straight Connector 50">
              <a:extLst>
                <a:ext uri="{FF2B5EF4-FFF2-40B4-BE49-F238E27FC236}">
                  <a16:creationId xmlns:a16="http://schemas.microsoft.com/office/drawing/2014/main" id="{1F66C84B-5711-2147-B26A-F1192AC98C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5967" y="4786384"/>
              <a:ext cx="353929" cy="401026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9" name="グループ化 66">
            <a:extLst>
              <a:ext uri="{FF2B5EF4-FFF2-40B4-BE49-F238E27FC236}">
                <a16:creationId xmlns:a16="http://schemas.microsoft.com/office/drawing/2014/main" id="{85853C5C-0429-7D4A-A5D1-98DFA99192E0}"/>
              </a:ext>
            </a:extLst>
          </p:cNvPr>
          <p:cNvGrpSpPr/>
          <p:nvPr/>
        </p:nvGrpSpPr>
        <p:grpSpPr>
          <a:xfrm>
            <a:off x="5319671" y="4169494"/>
            <a:ext cx="287987" cy="654085"/>
            <a:chOff x="5175967" y="4524533"/>
            <a:chExt cx="581603" cy="654085"/>
          </a:xfrm>
        </p:grpSpPr>
        <p:cxnSp>
          <p:nvCxnSpPr>
            <p:cNvPr id="50" name="Straight Connector 50">
              <a:extLst>
                <a:ext uri="{FF2B5EF4-FFF2-40B4-BE49-F238E27FC236}">
                  <a16:creationId xmlns:a16="http://schemas.microsoft.com/office/drawing/2014/main" id="{13D64E89-9978-9D4C-A292-9AE9861A77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3641" y="4524533"/>
              <a:ext cx="353929" cy="401026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9FE37A9-0ABA-BD4E-BC63-0C798D78A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5967" y="4777592"/>
              <a:ext cx="353929" cy="401026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2" name="グループ化 19">
            <a:extLst>
              <a:ext uri="{FF2B5EF4-FFF2-40B4-BE49-F238E27FC236}">
                <a16:creationId xmlns:a16="http://schemas.microsoft.com/office/drawing/2014/main" id="{C27B05EA-32FE-B04B-B8FB-42DBDEB08E2D}"/>
              </a:ext>
            </a:extLst>
          </p:cNvPr>
          <p:cNvGrpSpPr/>
          <p:nvPr/>
        </p:nvGrpSpPr>
        <p:grpSpPr>
          <a:xfrm>
            <a:off x="2301923" y="1917426"/>
            <a:ext cx="3319724" cy="2263487"/>
            <a:chOff x="2452935" y="2423533"/>
            <a:chExt cx="3319724" cy="2263487"/>
          </a:xfrm>
        </p:grpSpPr>
        <p:cxnSp>
          <p:nvCxnSpPr>
            <p:cNvPr id="53" name="Straight Connector 29">
              <a:extLst>
                <a:ext uri="{FF2B5EF4-FFF2-40B4-BE49-F238E27FC236}">
                  <a16:creationId xmlns:a16="http://schemas.microsoft.com/office/drawing/2014/main" id="{88F9C01E-185C-7045-B799-59ADAC63C20C}"/>
                </a:ext>
              </a:extLst>
            </p:cNvPr>
            <p:cNvCxnSpPr>
              <a:cxnSpLocks/>
            </p:cNvCxnSpPr>
            <p:nvPr/>
          </p:nvCxnSpPr>
          <p:spPr>
            <a:xfrm>
              <a:off x="2461374" y="3637162"/>
              <a:ext cx="94712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Straight Connector 46">
              <a:extLst>
                <a:ext uri="{FF2B5EF4-FFF2-40B4-BE49-F238E27FC236}">
                  <a16:creationId xmlns:a16="http://schemas.microsoft.com/office/drawing/2014/main" id="{3ECFFC6C-5A74-7149-834B-87155FA94248}"/>
                </a:ext>
              </a:extLst>
            </p:cNvPr>
            <p:cNvCxnSpPr>
              <a:cxnSpLocks/>
            </p:cNvCxnSpPr>
            <p:nvPr/>
          </p:nvCxnSpPr>
          <p:spPr>
            <a:xfrm>
              <a:off x="4668186" y="3637162"/>
              <a:ext cx="1104473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Straight Connector 50">
              <a:extLst>
                <a:ext uri="{FF2B5EF4-FFF2-40B4-BE49-F238E27FC236}">
                  <a16:creationId xmlns:a16="http://schemas.microsoft.com/office/drawing/2014/main" id="{F620CB94-B280-4C4B-9971-25FD7C215850}"/>
                </a:ext>
              </a:extLst>
            </p:cNvPr>
            <p:cNvCxnSpPr>
              <a:cxnSpLocks/>
            </p:cNvCxnSpPr>
            <p:nvPr/>
          </p:nvCxnSpPr>
          <p:spPr>
            <a:xfrm>
              <a:off x="4668186" y="3637162"/>
              <a:ext cx="1089384" cy="104985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" name="Straight Connector 42">
              <a:extLst>
                <a:ext uri="{FF2B5EF4-FFF2-40B4-BE49-F238E27FC236}">
                  <a16:creationId xmlns:a16="http://schemas.microsoft.com/office/drawing/2014/main" id="{3CE112B5-502D-644E-8FFF-DE8E693A15E5}"/>
                </a:ext>
              </a:extLst>
            </p:cNvPr>
            <p:cNvCxnSpPr>
              <a:cxnSpLocks/>
            </p:cNvCxnSpPr>
            <p:nvPr/>
          </p:nvCxnSpPr>
          <p:spPr>
            <a:xfrm>
              <a:off x="2452935" y="2423533"/>
              <a:ext cx="958152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7" name="Straight Connector 57">
              <a:extLst>
                <a:ext uri="{FF2B5EF4-FFF2-40B4-BE49-F238E27FC236}">
                  <a16:creationId xmlns:a16="http://schemas.microsoft.com/office/drawing/2014/main" id="{04C3BE6D-1A4C-474B-A7C3-0F400E20672A}"/>
                </a:ext>
              </a:extLst>
            </p:cNvPr>
            <p:cNvCxnSpPr>
              <a:cxnSpLocks/>
            </p:cNvCxnSpPr>
            <p:nvPr/>
          </p:nvCxnSpPr>
          <p:spPr>
            <a:xfrm>
              <a:off x="4670775" y="2423534"/>
              <a:ext cx="108798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8" name="Straight Connector 58">
              <a:extLst>
                <a:ext uri="{FF2B5EF4-FFF2-40B4-BE49-F238E27FC236}">
                  <a16:creationId xmlns:a16="http://schemas.microsoft.com/office/drawing/2014/main" id="{01EE2D08-A360-F946-912B-3EAC421B3E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1374" y="2423534"/>
              <a:ext cx="949713" cy="121362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9" name="Straight Connector 51">
              <a:extLst>
                <a:ext uri="{FF2B5EF4-FFF2-40B4-BE49-F238E27FC236}">
                  <a16:creationId xmlns:a16="http://schemas.microsoft.com/office/drawing/2014/main" id="{32DFE2BB-F4A3-734A-B977-7D570ECC82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8186" y="2423534"/>
              <a:ext cx="1090572" cy="1213628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90D8C03-9D8A-0E4C-90EF-1FB7F208AC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2935" y="2423533"/>
              <a:ext cx="955563" cy="1213629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1" name="グループ化 6">
            <a:extLst>
              <a:ext uri="{FF2B5EF4-FFF2-40B4-BE49-F238E27FC236}">
                <a16:creationId xmlns:a16="http://schemas.microsoft.com/office/drawing/2014/main" id="{8ACC4C7B-1E27-A941-A52F-F24C2CCC8C33}"/>
              </a:ext>
            </a:extLst>
          </p:cNvPr>
          <p:cNvGrpSpPr/>
          <p:nvPr/>
        </p:nvGrpSpPr>
        <p:grpSpPr>
          <a:xfrm>
            <a:off x="1035845" y="1668894"/>
            <a:ext cx="6045243" cy="1698955"/>
            <a:chOff x="-4507460" y="1361347"/>
            <a:chExt cx="6045243" cy="1698955"/>
          </a:xfrm>
        </p:grpSpPr>
        <p:sp>
          <p:nvSpPr>
            <p:cNvPr id="62" name="TextBox 23">
              <a:extLst>
                <a:ext uri="{FF2B5EF4-FFF2-40B4-BE49-F238E27FC236}">
                  <a16:creationId xmlns:a16="http://schemas.microsoft.com/office/drawing/2014/main" id="{4311C36A-4655-9E41-A08D-A2497C9725D6}"/>
                </a:ext>
              </a:extLst>
            </p:cNvPr>
            <p:cNvSpPr txBox="1"/>
            <p:nvPr/>
          </p:nvSpPr>
          <p:spPr>
            <a:xfrm>
              <a:off x="-2293773" y="2574976"/>
              <a:ext cx="1259688" cy="4853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pPr algn="ctr"/>
              <a:endParaRPr lang="en-US" sz="24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63" name="TextBox 45">
              <a:extLst>
                <a:ext uri="{FF2B5EF4-FFF2-40B4-BE49-F238E27FC236}">
                  <a16:creationId xmlns:a16="http://schemas.microsoft.com/office/drawing/2014/main" id="{77254909-304B-7C45-B87C-6AB53C93ED5F}"/>
                </a:ext>
              </a:extLst>
            </p:cNvPr>
            <p:cNvSpPr txBox="1"/>
            <p:nvPr/>
          </p:nvSpPr>
          <p:spPr>
            <a:xfrm>
              <a:off x="70388" y="2586807"/>
              <a:ext cx="1467395" cy="4616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64" name="Straight Connector 46">
              <a:extLst>
                <a:ext uri="{FF2B5EF4-FFF2-40B4-BE49-F238E27FC236}">
                  <a16:creationId xmlns:a16="http://schemas.microsoft.com/office/drawing/2014/main" id="{AA435677-407E-A94A-B28C-59F8EF896747}"/>
                </a:ext>
              </a:extLst>
            </p:cNvPr>
            <p:cNvCxnSpPr>
              <a:cxnSpLocks/>
              <a:stCxn id="62" idx="3"/>
              <a:endCxn id="63" idx="1"/>
            </p:cNvCxnSpPr>
            <p:nvPr/>
          </p:nvCxnSpPr>
          <p:spPr>
            <a:xfrm>
              <a:off x="-1034085" y="2817639"/>
              <a:ext cx="1104473" cy="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5" name="TextBox 40">
              <a:extLst>
                <a:ext uri="{FF2B5EF4-FFF2-40B4-BE49-F238E27FC236}">
                  <a16:creationId xmlns:a16="http://schemas.microsoft.com/office/drawing/2014/main" id="{1C74ED0F-43C5-B44B-86A0-13F4610568DB}"/>
                </a:ext>
              </a:extLst>
            </p:cNvPr>
            <p:cNvSpPr txBox="1"/>
            <p:nvPr/>
          </p:nvSpPr>
          <p:spPr>
            <a:xfrm>
              <a:off x="-4507460" y="1361347"/>
              <a:ext cx="1258124" cy="4853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pPr algn="ctr"/>
              <a:endParaRPr lang="en-US" sz="24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66" name="Straight Connector 59">
              <a:extLst>
                <a:ext uri="{FF2B5EF4-FFF2-40B4-BE49-F238E27FC236}">
                  <a16:creationId xmlns:a16="http://schemas.microsoft.com/office/drawing/2014/main" id="{0B72DD6D-89CD-B543-AE2E-8F3E14F11FB2}"/>
                </a:ext>
              </a:extLst>
            </p:cNvPr>
            <p:cNvCxnSpPr>
              <a:cxnSpLocks/>
              <a:stCxn id="62" idx="1"/>
              <a:endCxn id="65" idx="3"/>
            </p:cNvCxnSpPr>
            <p:nvPr/>
          </p:nvCxnSpPr>
          <p:spPr>
            <a:xfrm flipH="1" flipV="1">
              <a:off x="-3249336" y="1604010"/>
              <a:ext cx="955563" cy="1213629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7" name="グループ化 7">
            <a:extLst>
              <a:ext uri="{FF2B5EF4-FFF2-40B4-BE49-F238E27FC236}">
                <a16:creationId xmlns:a16="http://schemas.microsoft.com/office/drawing/2014/main" id="{E9A3D731-4BDC-D64B-A95A-25D7AA7A9A6A}"/>
              </a:ext>
            </a:extLst>
          </p:cNvPr>
          <p:cNvGrpSpPr/>
          <p:nvPr/>
        </p:nvGrpSpPr>
        <p:grpSpPr>
          <a:xfrm>
            <a:off x="1036833" y="1659878"/>
            <a:ext cx="6045962" cy="2736982"/>
            <a:chOff x="-5019225" y="4039947"/>
            <a:chExt cx="6045962" cy="2736982"/>
          </a:xfrm>
        </p:grpSpPr>
        <p:sp>
          <p:nvSpPr>
            <p:cNvPr id="68" name="TextBox 23">
              <a:extLst>
                <a:ext uri="{FF2B5EF4-FFF2-40B4-BE49-F238E27FC236}">
                  <a16:creationId xmlns:a16="http://schemas.microsoft.com/office/drawing/2014/main" id="{F1A921A7-7148-2D4D-ADBA-18DE47C90D29}"/>
                </a:ext>
              </a:extLst>
            </p:cNvPr>
            <p:cNvSpPr txBox="1"/>
            <p:nvPr/>
          </p:nvSpPr>
          <p:spPr>
            <a:xfrm>
              <a:off x="-2805538" y="5253576"/>
              <a:ext cx="1259688" cy="4853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pPr algn="ctr"/>
              <a:endParaRPr lang="en-US" sz="24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69" name="TextBox 48">
              <a:extLst>
                <a:ext uri="{FF2B5EF4-FFF2-40B4-BE49-F238E27FC236}">
                  <a16:creationId xmlns:a16="http://schemas.microsoft.com/office/drawing/2014/main" id="{9F2E372F-7387-7649-AAEE-2A6476AB4B74}"/>
                </a:ext>
              </a:extLst>
            </p:cNvPr>
            <p:cNvSpPr txBox="1"/>
            <p:nvPr/>
          </p:nvSpPr>
          <p:spPr>
            <a:xfrm>
              <a:off x="-456466" y="6315264"/>
              <a:ext cx="1483203" cy="4616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70" name="Straight Connector 50">
              <a:extLst>
                <a:ext uri="{FF2B5EF4-FFF2-40B4-BE49-F238E27FC236}">
                  <a16:creationId xmlns:a16="http://schemas.microsoft.com/office/drawing/2014/main" id="{586C93CD-AA45-7E4F-B358-7936B249E03F}"/>
                </a:ext>
              </a:extLst>
            </p:cNvPr>
            <p:cNvCxnSpPr>
              <a:cxnSpLocks/>
              <a:stCxn id="68" idx="3"/>
              <a:endCxn id="69" idx="1"/>
            </p:cNvCxnSpPr>
            <p:nvPr/>
          </p:nvCxnSpPr>
          <p:spPr>
            <a:xfrm>
              <a:off x="-1545850" y="5496239"/>
              <a:ext cx="1089384" cy="104985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1" name="TextBox 40">
              <a:extLst>
                <a:ext uri="{FF2B5EF4-FFF2-40B4-BE49-F238E27FC236}">
                  <a16:creationId xmlns:a16="http://schemas.microsoft.com/office/drawing/2014/main" id="{0C4349E9-82E6-9B49-872D-832EF96B8D6B}"/>
                </a:ext>
              </a:extLst>
            </p:cNvPr>
            <p:cNvSpPr txBox="1"/>
            <p:nvPr/>
          </p:nvSpPr>
          <p:spPr>
            <a:xfrm>
              <a:off x="-5019225" y="4039947"/>
              <a:ext cx="1258124" cy="4853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pPr algn="ctr"/>
              <a:endParaRPr lang="en-US" sz="24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72" name="Straight Connector 59">
              <a:extLst>
                <a:ext uri="{FF2B5EF4-FFF2-40B4-BE49-F238E27FC236}">
                  <a16:creationId xmlns:a16="http://schemas.microsoft.com/office/drawing/2014/main" id="{5F2DA5B0-45F1-294B-A905-9193E94D7E74}"/>
                </a:ext>
              </a:extLst>
            </p:cNvPr>
            <p:cNvCxnSpPr>
              <a:cxnSpLocks/>
              <a:stCxn id="68" idx="1"/>
              <a:endCxn id="71" idx="3"/>
            </p:cNvCxnSpPr>
            <p:nvPr/>
          </p:nvCxnSpPr>
          <p:spPr>
            <a:xfrm flipH="1" flipV="1">
              <a:off x="-3761101" y="4282610"/>
              <a:ext cx="955563" cy="1213629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3" name="グループ化 13">
            <a:extLst>
              <a:ext uri="{FF2B5EF4-FFF2-40B4-BE49-F238E27FC236}">
                <a16:creationId xmlns:a16="http://schemas.microsoft.com/office/drawing/2014/main" id="{4EF95B9E-D610-E546-9524-12540417E31A}"/>
              </a:ext>
            </a:extLst>
          </p:cNvPr>
          <p:cNvGrpSpPr/>
          <p:nvPr/>
        </p:nvGrpSpPr>
        <p:grpSpPr>
          <a:xfrm>
            <a:off x="1044348" y="2879422"/>
            <a:ext cx="6036740" cy="1523353"/>
            <a:chOff x="-6372292" y="682053"/>
            <a:chExt cx="6036740" cy="1523353"/>
          </a:xfrm>
        </p:grpSpPr>
        <p:sp>
          <p:nvSpPr>
            <p:cNvPr id="74" name="TextBox 4">
              <a:extLst>
                <a:ext uri="{FF2B5EF4-FFF2-40B4-BE49-F238E27FC236}">
                  <a16:creationId xmlns:a16="http://schemas.microsoft.com/office/drawing/2014/main" id="{88EFE4E2-B9D1-2042-BE5A-388128103412}"/>
                </a:ext>
              </a:extLst>
            </p:cNvPr>
            <p:cNvSpPr txBox="1"/>
            <p:nvPr/>
          </p:nvSpPr>
          <p:spPr>
            <a:xfrm>
              <a:off x="-6372292" y="682053"/>
              <a:ext cx="1257341" cy="4853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pPr algn="ctr"/>
              <a:endParaRPr lang="en-US" sz="24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5" name="TextBox 23">
              <a:extLst>
                <a:ext uri="{FF2B5EF4-FFF2-40B4-BE49-F238E27FC236}">
                  <a16:creationId xmlns:a16="http://schemas.microsoft.com/office/drawing/2014/main" id="{8C082D20-4BC5-B248-A51A-9AC3B77A995E}"/>
                </a:ext>
              </a:extLst>
            </p:cNvPr>
            <p:cNvSpPr txBox="1"/>
            <p:nvPr/>
          </p:nvSpPr>
          <p:spPr>
            <a:xfrm>
              <a:off x="-4167827" y="682053"/>
              <a:ext cx="1259688" cy="4853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pPr algn="ctr"/>
              <a:endParaRPr lang="en-US" sz="24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76" name="Straight Connector 29">
              <a:extLst>
                <a:ext uri="{FF2B5EF4-FFF2-40B4-BE49-F238E27FC236}">
                  <a16:creationId xmlns:a16="http://schemas.microsoft.com/office/drawing/2014/main" id="{7DE53E23-35E5-A540-8564-1846A3DCE732}"/>
                </a:ext>
              </a:extLst>
            </p:cNvPr>
            <p:cNvCxnSpPr>
              <a:cxnSpLocks/>
              <a:stCxn id="74" idx="3"/>
              <a:endCxn id="75" idx="1"/>
            </p:cNvCxnSpPr>
            <p:nvPr/>
          </p:nvCxnSpPr>
          <p:spPr>
            <a:xfrm>
              <a:off x="-5114951" y="924716"/>
              <a:ext cx="94712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7" name="TextBox 48">
              <a:extLst>
                <a:ext uri="{FF2B5EF4-FFF2-40B4-BE49-F238E27FC236}">
                  <a16:creationId xmlns:a16="http://schemas.microsoft.com/office/drawing/2014/main" id="{81D4A64F-2AAD-D84F-B90B-2DEE674FE009}"/>
                </a:ext>
              </a:extLst>
            </p:cNvPr>
            <p:cNvSpPr txBox="1"/>
            <p:nvPr/>
          </p:nvSpPr>
          <p:spPr>
            <a:xfrm>
              <a:off x="-1818755" y="1743741"/>
              <a:ext cx="1483203" cy="4616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78" name="Straight Connector 50">
              <a:extLst>
                <a:ext uri="{FF2B5EF4-FFF2-40B4-BE49-F238E27FC236}">
                  <a16:creationId xmlns:a16="http://schemas.microsoft.com/office/drawing/2014/main" id="{8A3F7AFC-F395-C74F-8426-314565606CB7}"/>
                </a:ext>
              </a:extLst>
            </p:cNvPr>
            <p:cNvCxnSpPr>
              <a:cxnSpLocks/>
              <a:stCxn id="75" idx="3"/>
              <a:endCxn id="77" idx="1"/>
            </p:cNvCxnSpPr>
            <p:nvPr/>
          </p:nvCxnSpPr>
          <p:spPr>
            <a:xfrm>
              <a:off x="-2908139" y="924716"/>
              <a:ext cx="1089384" cy="104985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834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Open book outline">
            <a:extLst>
              <a:ext uri="{FF2B5EF4-FFF2-40B4-BE49-F238E27FC236}">
                <a16:creationId xmlns:a16="http://schemas.microsoft.com/office/drawing/2014/main" id="{51FECA74-9F68-F946-AFED-6FB75F3D4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2066" y="0"/>
            <a:ext cx="4043019" cy="4043019"/>
          </a:xfrm>
          <a:prstGeom prst="rect">
            <a:avLst/>
          </a:prstGeom>
        </p:spPr>
      </p:pic>
      <p:pic>
        <p:nvPicPr>
          <p:cNvPr id="5" name="Graphic 4" descr="Arrow: Counter-clockwise curve with solid fill">
            <a:extLst>
              <a:ext uri="{FF2B5EF4-FFF2-40B4-BE49-F238E27FC236}">
                <a16:creationId xmlns:a16="http://schemas.microsoft.com/office/drawing/2014/main" id="{6B5F67BC-2E03-FF40-9AB0-569AB9CC9E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438324">
            <a:off x="5150662" y="1065039"/>
            <a:ext cx="536665" cy="536665"/>
          </a:xfrm>
          <a:prstGeom prst="rect">
            <a:avLst/>
          </a:prstGeom>
        </p:spPr>
      </p:pic>
      <p:pic>
        <p:nvPicPr>
          <p:cNvPr id="7" name="Graphic 6" descr="Arrow: Slight curve with solid fill">
            <a:extLst>
              <a:ext uri="{FF2B5EF4-FFF2-40B4-BE49-F238E27FC236}">
                <a16:creationId xmlns:a16="http://schemas.microsoft.com/office/drawing/2014/main" id="{CDBAE027-B501-0841-B24B-A954D63E29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873342">
            <a:off x="4627565" y="1755139"/>
            <a:ext cx="426480" cy="4264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6F7F57-AD3D-DC47-AE8F-3375BD47DD87}"/>
              </a:ext>
            </a:extLst>
          </p:cNvPr>
          <p:cNvSpPr txBox="1"/>
          <p:nvPr/>
        </p:nvSpPr>
        <p:spPr>
          <a:xfrm>
            <a:off x="4507568" y="774821"/>
            <a:ext cx="8488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6000" b="1" dirty="0">
                <a:solidFill>
                  <a:schemeClr val="accent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D4D74-F8E1-6C45-9692-16DB040578D3}"/>
              </a:ext>
            </a:extLst>
          </p:cNvPr>
          <p:cNvSpPr txBox="1"/>
          <p:nvPr/>
        </p:nvSpPr>
        <p:spPr>
          <a:xfrm>
            <a:off x="5057203" y="1504364"/>
            <a:ext cx="848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4800" b="1" dirty="0">
                <a:solidFill>
                  <a:schemeClr val="accent1">
                    <a:lumMod val="75000"/>
                  </a:schemeClr>
                </a:solidFill>
              </a:rPr>
              <a:t>あ</a:t>
            </a:r>
          </a:p>
        </p:txBody>
      </p:sp>
      <p:pic>
        <p:nvPicPr>
          <p:cNvPr id="11" name="Graphic 10" descr="Pencil with solid fill">
            <a:extLst>
              <a:ext uri="{FF2B5EF4-FFF2-40B4-BE49-F238E27FC236}">
                <a16:creationId xmlns:a16="http://schemas.microsoft.com/office/drawing/2014/main" id="{CEDC702D-5C81-BA4D-85C2-208A00CC6F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53485" y="1681571"/>
            <a:ext cx="1549140" cy="15491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C1E2A4-11A9-5F4F-AF2C-634D584871F5}"/>
              </a:ext>
            </a:extLst>
          </p:cNvPr>
          <p:cNvSpPr txBox="1"/>
          <p:nvPr/>
        </p:nvSpPr>
        <p:spPr>
          <a:xfrm>
            <a:off x="4378613" y="194173"/>
            <a:ext cx="285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Bilingual Dictionary Creation</a:t>
            </a:r>
          </a:p>
        </p:txBody>
      </p:sp>
      <p:pic>
        <p:nvPicPr>
          <p:cNvPr id="18" name="Graphic 17" descr="Programmer female with solid fill">
            <a:extLst>
              <a:ext uri="{FF2B5EF4-FFF2-40B4-BE49-F238E27FC236}">
                <a16:creationId xmlns:a16="http://schemas.microsoft.com/office/drawing/2014/main" id="{A9BC1364-C700-A341-9B50-7D7D6B2B6E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86084" y="4771529"/>
            <a:ext cx="1158330" cy="1158330"/>
          </a:xfrm>
          <a:prstGeom prst="rect">
            <a:avLst/>
          </a:prstGeom>
        </p:spPr>
      </p:pic>
      <p:pic>
        <p:nvPicPr>
          <p:cNvPr id="20" name="Graphic 19" descr="Programmer female outline">
            <a:extLst>
              <a:ext uri="{FF2B5EF4-FFF2-40B4-BE49-F238E27FC236}">
                <a16:creationId xmlns:a16="http://schemas.microsoft.com/office/drawing/2014/main" id="{6BA74C8A-75A9-7A49-A14A-6BC7513A1DE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11624" y="4839556"/>
            <a:ext cx="1093716" cy="1093716"/>
          </a:xfrm>
          <a:prstGeom prst="rect">
            <a:avLst/>
          </a:prstGeom>
        </p:spPr>
      </p:pic>
      <p:pic>
        <p:nvPicPr>
          <p:cNvPr id="22" name="Graphic 21" descr="Programmer male with solid fill">
            <a:extLst>
              <a:ext uri="{FF2B5EF4-FFF2-40B4-BE49-F238E27FC236}">
                <a16:creationId xmlns:a16="http://schemas.microsoft.com/office/drawing/2014/main" id="{3D62AE20-2195-2C4A-B8DC-959A2C905FE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44711" y="5108825"/>
            <a:ext cx="1159177" cy="1159177"/>
          </a:xfrm>
          <a:prstGeom prst="rect">
            <a:avLst/>
          </a:prstGeom>
        </p:spPr>
      </p:pic>
      <p:pic>
        <p:nvPicPr>
          <p:cNvPr id="24" name="Graphic 23" descr="Programmer male outline">
            <a:extLst>
              <a:ext uri="{FF2B5EF4-FFF2-40B4-BE49-F238E27FC236}">
                <a16:creationId xmlns:a16="http://schemas.microsoft.com/office/drawing/2014/main" id="{C626C2A3-E01A-8247-96C7-FDA0E5F7E97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78613" y="5089639"/>
            <a:ext cx="1159177" cy="115917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FEBD86F-C563-8B4C-AE42-67EADED4E6EF}"/>
              </a:ext>
            </a:extLst>
          </p:cNvPr>
          <p:cNvSpPr txBox="1"/>
          <p:nvPr/>
        </p:nvSpPr>
        <p:spPr>
          <a:xfrm>
            <a:off x="4378613" y="6574206"/>
            <a:ext cx="2551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Workers (Crowdsourcing)</a:t>
            </a:r>
          </a:p>
        </p:txBody>
      </p:sp>
      <p:sp>
        <p:nvSpPr>
          <p:cNvPr id="38" name="Right Brace 37">
            <a:extLst>
              <a:ext uri="{FF2B5EF4-FFF2-40B4-BE49-F238E27FC236}">
                <a16:creationId xmlns:a16="http://schemas.microsoft.com/office/drawing/2014/main" id="{E9A2E898-F2C8-EC4C-9114-301194C9EA9E}"/>
              </a:ext>
            </a:extLst>
          </p:cNvPr>
          <p:cNvSpPr/>
          <p:nvPr/>
        </p:nvSpPr>
        <p:spPr>
          <a:xfrm rot="5400000">
            <a:off x="5384250" y="3828604"/>
            <a:ext cx="538287" cy="5063521"/>
          </a:xfrm>
          <a:prstGeom prst="rightBrace">
            <a:avLst>
              <a:gd name="adj1" fmla="val 8333"/>
              <a:gd name="adj2" fmla="val 46130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JP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61CE2B39-1BCC-834E-B088-8C9E5F98BBAB}"/>
              </a:ext>
            </a:extLst>
          </p:cNvPr>
          <p:cNvCxnSpPr>
            <a:cxnSpLocks/>
            <a:endCxn id="22" idx="0"/>
          </p:cNvCxnSpPr>
          <p:nvPr/>
        </p:nvCxnSpPr>
        <p:spPr>
          <a:xfrm rot="16200000" flipH="1">
            <a:off x="5304082" y="3888606"/>
            <a:ext cx="1860847" cy="579589"/>
          </a:xfrm>
          <a:prstGeom prst="bentConnector3">
            <a:avLst>
              <a:gd name="adj1" fmla="val 95629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ADE04BB9-C8D1-E945-ACBD-4892135079DD}"/>
              </a:ext>
            </a:extLst>
          </p:cNvPr>
          <p:cNvCxnSpPr>
            <a:cxnSpLocks/>
            <a:endCxn id="24" idx="0"/>
          </p:cNvCxnSpPr>
          <p:nvPr/>
        </p:nvCxnSpPr>
        <p:spPr>
          <a:xfrm rot="5400000">
            <a:off x="4455931" y="3765600"/>
            <a:ext cx="1826310" cy="821768"/>
          </a:xfrm>
          <a:prstGeom prst="bentConnector3">
            <a:avLst>
              <a:gd name="adj1" fmla="val 96492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A9F9ACB8-8DF0-F349-A715-849B23E3BA1F}"/>
              </a:ext>
            </a:extLst>
          </p:cNvPr>
          <p:cNvCxnSpPr>
            <a:cxnSpLocks/>
          </p:cNvCxnSpPr>
          <p:nvPr/>
        </p:nvCxnSpPr>
        <p:spPr>
          <a:xfrm>
            <a:off x="6115802" y="3174764"/>
            <a:ext cx="1912267" cy="1761394"/>
          </a:xfrm>
          <a:prstGeom prst="bentConnector3">
            <a:avLst>
              <a:gd name="adj1" fmla="val -95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E3AEFDD3-F87F-464C-ABAE-CE1B7BE79730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71278" y="3236414"/>
            <a:ext cx="2223115" cy="1655591"/>
          </a:xfrm>
          <a:prstGeom prst="bentConnector3">
            <a:avLst>
              <a:gd name="adj1" fmla="val -925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083AAE4-895E-B04A-9DBE-5301EA3B0861}"/>
              </a:ext>
            </a:extLst>
          </p:cNvPr>
          <p:cNvGrpSpPr/>
          <p:nvPr/>
        </p:nvGrpSpPr>
        <p:grpSpPr>
          <a:xfrm>
            <a:off x="5262095" y="3424882"/>
            <a:ext cx="1377931" cy="1377931"/>
            <a:chOff x="9273157" y="3343228"/>
            <a:chExt cx="1377931" cy="1377931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4181339-4C02-8742-8E3C-A75CD653B50E}"/>
                </a:ext>
              </a:extLst>
            </p:cNvPr>
            <p:cNvSpPr/>
            <p:nvPr/>
          </p:nvSpPr>
          <p:spPr>
            <a:xfrm rot="1874213">
              <a:off x="9515321" y="3472821"/>
              <a:ext cx="904719" cy="11517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A7EE2F5-C18F-3949-B394-A1BB4F5415E1}"/>
                </a:ext>
              </a:extLst>
            </p:cNvPr>
            <p:cNvGrpSpPr/>
            <p:nvPr/>
          </p:nvGrpSpPr>
          <p:grpSpPr>
            <a:xfrm>
              <a:off x="9273157" y="3343228"/>
              <a:ext cx="1377931" cy="1377931"/>
              <a:chOff x="9273157" y="3343228"/>
              <a:chExt cx="1377931" cy="1377931"/>
            </a:xfrm>
          </p:grpSpPr>
          <p:pic>
            <p:nvPicPr>
              <p:cNvPr id="70" name="Graphic 69" descr="Clipboard Checked outline">
                <a:extLst>
                  <a:ext uri="{FF2B5EF4-FFF2-40B4-BE49-F238E27FC236}">
                    <a16:creationId xmlns:a16="http://schemas.microsoft.com/office/drawing/2014/main" id="{621E168A-399F-E841-BA82-332B702301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 rot="1892456">
                <a:off x="9273157" y="3343228"/>
                <a:ext cx="1377931" cy="1377931"/>
              </a:xfrm>
              <a:prstGeom prst="rect">
                <a:avLst/>
              </a:prstGeom>
            </p:spPr>
          </p:pic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1EC56469-89AE-EC4C-989F-AFBDD78036EF}"/>
                  </a:ext>
                </a:extLst>
              </p:cNvPr>
              <p:cNvGrpSpPr/>
              <p:nvPr/>
            </p:nvGrpSpPr>
            <p:grpSpPr>
              <a:xfrm>
                <a:off x="9490935" y="3594443"/>
                <a:ext cx="940619" cy="959513"/>
                <a:chOff x="6395334" y="3765573"/>
                <a:chExt cx="940619" cy="959513"/>
              </a:xfrm>
            </p:grpSpPr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AB993E6B-1571-9646-BD4F-00C70CE5DF2D}"/>
                    </a:ext>
                  </a:extLst>
                </p:cNvPr>
                <p:cNvSpPr/>
                <p:nvPr/>
              </p:nvSpPr>
              <p:spPr>
                <a:xfrm rot="1910261">
                  <a:off x="6466174" y="3901370"/>
                  <a:ext cx="708616" cy="8237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/>
                </a:p>
              </p:txBody>
            </p:sp>
            <p:pic>
              <p:nvPicPr>
                <p:cNvPr id="73" name="Graphic 72" descr="Checkbox Checked outline">
                  <a:extLst>
                    <a:ext uri="{FF2B5EF4-FFF2-40B4-BE49-F238E27FC236}">
                      <a16:creationId xmlns:a16="http://schemas.microsoft.com/office/drawing/2014/main" id="{16598779-596A-924B-A04D-7C93E3266E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tretch>
                  <a:fillRect/>
                </a:stretch>
              </p:blipFill>
              <p:spPr>
                <a:xfrm rot="1913787">
                  <a:off x="6497055" y="3765573"/>
                  <a:ext cx="406878" cy="406878"/>
                </a:xfrm>
                <a:prstGeom prst="rect">
                  <a:avLst/>
                </a:prstGeom>
              </p:spPr>
            </p:pic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5BB077B-E9A4-0340-A9F3-1841D6A44EF1}"/>
                    </a:ext>
                  </a:extLst>
                </p:cNvPr>
                <p:cNvSpPr txBox="1"/>
                <p:nvPr/>
              </p:nvSpPr>
              <p:spPr>
                <a:xfrm rot="1959714">
                  <a:off x="6693667" y="3893266"/>
                  <a:ext cx="64228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JP" sz="2800" b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QC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2B24F23-F820-0D4B-B81E-D633AE147034}"/>
                    </a:ext>
                  </a:extLst>
                </p:cNvPr>
                <p:cNvSpPr txBox="1"/>
                <p:nvPr/>
              </p:nvSpPr>
              <p:spPr>
                <a:xfrm rot="1959714">
                  <a:off x="6395334" y="4238449"/>
                  <a:ext cx="642286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JP" sz="1100" b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Quality Control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1319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7" descr="グラフ&#10;&#10;中程度の精度で自動的に生成された説明">
            <a:extLst>
              <a:ext uri="{FF2B5EF4-FFF2-40B4-BE49-F238E27FC236}">
                <a16:creationId xmlns:a16="http://schemas.microsoft.com/office/drawing/2014/main" id="{DDAF9B2F-36CC-434B-B152-51CAC0FEE1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2411" r="26297"/>
          <a:stretch/>
        </p:blipFill>
        <p:spPr>
          <a:xfrm>
            <a:off x="1628774" y="0"/>
            <a:ext cx="938688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14896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488C4B49-2862-1844-908F-F5D4FD9B0C20}"/>
              </a:ext>
            </a:extLst>
          </p:cNvPr>
          <p:cNvGrpSpPr/>
          <p:nvPr/>
        </p:nvGrpSpPr>
        <p:grpSpPr>
          <a:xfrm>
            <a:off x="3337851" y="257808"/>
            <a:ext cx="5816793" cy="6134771"/>
            <a:chOff x="3337851" y="257808"/>
            <a:chExt cx="5816793" cy="6134771"/>
          </a:xfrm>
        </p:grpSpPr>
        <p:pic>
          <p:nvPicPr>
            <p:cNvPr id="97" name="Picture 2">
              <a:extLst>
                <a:ext uri="{FF2B5EF4-FFF2-40B4-BE49-F238E27FC236}">
                  <a16:creationId xmlns:a16="http://schemas.microsoft.com/office/drawing/2014/main" id="{F11654D7-BA3A-CD43-A244-4956BEA88B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2481" y="2051096"/>
              <a:ext cx="567358" cy="757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タイトル 1">
              <a:extLst>
                <a:ext uri="{FF2B5EF4-FFF2-40B4-BE49-F238E27FC236}">
                  <a16:creationId xmlns:a16="http://schemas.microsoft.com/office/drawing/2014/main" id="{F38649E7-F149-1941-9F5D-A09A46C45D60}"/>
                </a:ext>
              </a:extLst>
            </p:cNvPr>
            <p:cNvSpPr txBox="1">
              <a:spLocks/>
            </p:cNvSpPr>
            <p:nvPr/>
          </p:nvSpPr>
          <p:spPr>
            <a:xfrm>
              <a:off x="3498496" y="257808"/>
              <a:ext cx="5159677" cy="716543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 dirty="0">
                  <a:latin typeface="+mn-lt"/>
                  <a:ea typeface="+mn-ea"/>
                  <a:cs typeface="+mn-cs"/>
                </a:rPr>
                <a:t>The Flow of Federal Learning</a:t>
              </a:r>
              <a:br>
                <a:rPr lang="en-US" sz="2000" dirty="0">
                  <a:latin typeface="+mn-lt"/>
                  <a:ea typeface="+mn-ea"/>
                  <a:cs typeface="+mn-cs"/>
                </a:rPr>
              </a:br>
              <a:r>
                <a:rPr lang="en-US" sz="2000" dirty="0">
                  <a:latin typeface="+mn-lt"/>
                  <a:ea typeface="+mn-ea"/>
                  <a:cs typeface="+mn-cs"/>
                </a:rPr>
                <a:t>(</a:t>
              </a:r>
              <a:r>
                <a:rPr lang="ja-JP" altLang="en-US" sz="2000">
                  <a:latin typeface="+mn-lt"/>
                  <a:ea typeface="+mn-ea"/>
                  <a:cs typeface="+mn-cs"/>
                </a:rPr>
                <a:t>連邦学習の流れ</a:t>
              </a:r>
              <a:r>
                <a:rPr lang="en-US" altLang="ja-JP" sz="2000" dirty="0">
                  <a:latin typeface="+mn-lt"/>
                  <a:ea typeface="+mn-ea"/>
                  <a:cs typeface="+mn-cs"/>
                </a:rPr>
                <a:t>)</a:t>
              </a:r>
              <a:endParaRPr lang="ja-JP" altLang="en-US" sz="2000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1" name="図 5" descr="アイコン&#10;&#10;自動的に生成された説明">
              <a:extLst>
                <a:ext uri="{FF2B5EF4-FFF2-40B4-BE49-F238E27FC236}">
                  <a16:creationId xmlns:a16="http://schemas.microsoft.com/office/drawing/2014/main" id="{DD7361FF-A088-A147-A5FE-386E87792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3466" y="1922135"/>
              <a:ext cx="1223433" cy="1318457"/>
            </a:xfrm>
            <a:prstGeom prst="rect">
              <a:avLst/>
            </a:prstGeom>
          </p:spPr>
        </p:pic>
        <p:grpSp>
          <p:nvGrpSpPr>
            <p:cNvPr id="12" name="グループ化 10">
              <a:extLst>
                <a:ext uri="{FF2B5EF4-FFF2-40B4-BE49-F238E27FC236}">
                  <a16:creationId xmlns:a16="http://schemas.microsoft.com/office/drawing/2014/main" id="{3CDC48C0-D904-6942-AEA4-359DC2F76C71}"/>
                </a:ext>
              </a:extLst>
            </p:cNvPr>
            <p:cNvGrpSpPr/>
            <p:nvPr/>
          </p:nvGrpSpPr>
          <p:grpSpPr>
            <a:xfrm>
              <a:off x="3337851" y="5013727"/>
              <a:ext cx="1483970" cy="981712"/>
              <a:chOff x="1473199" y="4953213"/>
              <a:chExt cx="2004482" cy="1311699"/>
            </a:xfrm>
          </p:grpSpPr>
          <p:pic>
            <p:nvPicPr>
              <p:cNvPr id="39" name="図 7" descr="アイコン&#10;&#10;自動的に生成された説明">
                <a:extLst>
                  <a:ext uri="{FF2B5EF4-FFF2-40B4-BE49-F238E27FC236}">
                    <a16:creationId xmlns:a16="http://schemas.microsoft.com/office/drawing/2014/main" id="{65C461A2-951F-344C-8341-CD881340E6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473199" y="4953213"/>
                <a:ext cx="1369483" cy="1311699"/>
              </a:xfrm>
              <a:prstGeom prst="rect">
                <a:avLst/>
              </a:prstGeom>
            </p:spPr>
          </p:pic>
          <p:pic>
            <p:nvPicPr>
              <p:cNvPr id="40" name="図 9" descr="アイコン&#10;&#10;自動的に生成された説明">
                <a:extLst>
                  <a:ext uri="{FF2B5EF4-FFF2-40B4-BE49-F238E27FC236}">
                    <a16:creationId xmlns:a16="http://schemas.microsoft.com/office/drawing/2014/main" id="{E914E05E-3760-5F40-A4C8-89D3CBEF4E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flipH="1">
                <a:off x="2799388" y="5441529"/>
                <a:ext cx="678293" cy="823383"/>
              </a:xfrm>
              <a:prstGeom prst="rect">
                <a:avLst/>
              </a:prstGeom>
            </p:spPr>
          </p:pic>
        </p:grpSp>
        <p:sp>
          <p:nvSpPr>
            <p:cNvPr id="13" name="テキスト ボックス 23">
              <a:extLst>
                <a:ext uri="{FF2B5EF4-FFF2-40B4-BE49-F238E27FC236}">
                  <a16:creationId xmlns:a16="http://schemas.microsoft.com/office/drawing/2014/main" id="{D1622D20-AA2E-C64E-A20E-F8C19A022EE7}"/>
                </a:ext>
              </a:extLst>
            </p:cNvPr>
            <p:cNvSpPr txBox="1"/>
            <p:nvPr/>
          </p:nvSpPr>
          <p:spPr>
            <a:xfrm>
              <a:off x="4941004" y="5359183"/>
              <a:ext cx="6782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600" dirty="0"/>
                <a:t>…</a:t>
              </a:r>
              <a:endParaRPr kumimoji="1" lang="ja-JP" altLang="en-US" sz="3600"/>
            </a:p>
          </p:txBody>
        </p:sp>
        <p:sp>
          <p:nvSpPr>
            <p:cNvPr id="14" name="テキスト ボックス 60">
              <a:extLst>
                <a:ext uri="{FF2B5EF4-FFF2-40B4-BE49-F238E27FC236}">
                  <a16:creationId xmlns:a16="http://schemas.microsoft.com/office/drawing/2014/main" id="{43449FA6-F4DB-3848-9AF6-62BDBA955383}"/>
                </a:ext>
              </a:extLst>
            </p:cNvPr>
            <p:cNvSpPr txBox="1"/>
            <p:nvPr/>
          </p:nvSpPr>
          <p:spPr>
            <a:xfrm>
              <a:off x="7182842" y="5359182"/>
              <a:ext cx="6782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600" dirty="0"/>
                <a:t>…</a:t>
              </a:r>
              <a:endParaRPr kumimoji="1" lang="ja-JP" altLang="en-US" sz="3600"/>
            </a:p>
          </p:txBody>
        </p:sp>
        <p:cxnSp>
          <p:nvCxnSpPr>
            <p:cNvPr id="16" name="直線矢印コネクタ 17">
              <a:extLst>
                <a:ext uri="{FF2B5EF4-FFF2-40B4-BE49-F238E27FC236}">
                  <a16:creationId xmlns:a16="http://schemas.microsoft.com/office/drawing/2014/main" id="{C757D2DC-D251-6943-BD6F-A5C5E6171F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04654" y="3336419"/>
              <a:ext cx="1314376" cy="15578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矢印コネクタ 34">
              <a:extLst>
                <a:ext uri="{FF2B5EF4-FFF2-40B4-BE49-F238E27FC236}">
                  <a16:creationId xmlns:a16="http://schemas.microsoft.com/office/drawing/2014/main" id="{70252135-C61F-B74C-8850-DEC7F4D15200}"/>
                </a:ext>
              </a:extLst>
            </p:cNvPr>
            <p:cNvCxnSpPr>
              <a:cxnSpLocks/>
            </p:cNvCxnSpPr>
            <p:nvPr/>
          </p:nvCxnSpPr>
          <p:spPr>
            <a:xfrm>
              <a:off x="6784989" y="3336419"/>
              <a:ext cx="1262723" cy="159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矢印コネクタ 37">
              <a:extLst>
                <a:ext uri="{FF2B5EF4-FFF2-40B4-BE49-F238E27FC236}">
                  <a16:creationId xmlns:a16="http://schemas.microsoft.com/office/drawing/2014/main" id="{D0A780CF-4185-474C-86C0-F77ED5E179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7854" y="3336419"/>
              <a:ext cx="1268514" cy="15578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直線矢印コネクタ 45">
              <a:extLst>
                <a:ext uri="{FF2B5EF4-FFF2-40B4-BE49-F238E27FC236}">
                  <a16:creationId xmlns:a16="http://schemas.microsoft.com/office/drawing/2014/main" id="{2CE75A0A-FC56-624A-AF21-E8EA2C1D2C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3633" y="3266297"/>
              <a:ext cx="1352078" cy="1663676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矢印コネクタ 47">
              <a:extLst>
                <a:ext uri="{FF2B5EF4-FFF2-40B4-BE49-F238E27FC236}">
                  <a16:creationId xmlns:a16="http://schemas.microsoft.com/office/drawing/2014/main" id="{9A7D998F-528B-0140-AFE9-98F31E4DD051}"/>
                </a:ext>
              </a:extLst>
            </p:cNvPr>
            <p:cNvCxnSpPr>
              <a:cxnSpLocks/>
            </p:cNvCxnSpPr>
            <p:nvPr/>
          </p:nvCxnSpPr>
          <p:spPr>
            <a:xfrm>
              <a:off x="6012333" y="3336419"/>
              <a:ext cx="0" cy="159355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矢印コネクタ 50">
              <a:extLst>
                <a:ext uri="{FF2B5EF4-FFF2-40B4-BE49-F238E27FC236}">
                  <a16:creationId xmlns:a16="http://schemas.microsoft.com/office/drawing/2014/main" id="{00133232-49C5-8049-A3F8-58860B6DD8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35067" y="3306492"/>
              <a:ext cx="13190" cy="1607454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テキスト ボックス 57">
              <a:extLst>
                <a:ext uri="{FF2B5EF4-FFF2-40B4-BE49-F238E27FC236}">
                  <a16:creationId xmlns:a16="http://schemas.microsoft.com/office/drawing/2014/main" id="{871CE61B-56B5-F84E-9C24-56204BC3CE48}"/>
                </a:ext>
              </a:extLst>
            </p:cNvPr>
            <p:cNvSpPr txBox="1"/>
            <p:nvPr/>
          </p:nvSpPr>
          <p:spPr>
            <a:xfrm>
              <a:off x="4118611" y="3552986"/>
              <a:ext cx="5195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dirty="0"/>
                <a:t>①</a:t>
              </a:r>
              <a:endParaRPr kumimoji="1" lang="ja-JP" altLang="en-US" sz="2000"/>
            </a:p>
          </p:txBody>
        </p:sp>
        <p:sp>
          <p:nvSpPr>
            <p:cNvPr id="23" name="テキスト ボックス 58">
              <a:extLst>
                <a:ext uri="{FF2B5EF4-FFF2-40B4-BE49-F238E27FC236}">
                  <a16:creationId xmlns:a16="http://schemas.microsoft.com/office/drawing/2014/main" id="{3151A197-E1D5-9D4F-9AA1-5ED34196EAF1}"/>
                </a:ext>
              </a:extLst>
            </p:cNvPr>
            <p:cNvSpPr txBox="1"/>
            <p:nvPr/>
          </p:nvSpPr>
          <p:spPr>
            <a:xfrm>
              <a:off x="5403627" y="3602454"/>
              <a:ext cx="5195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dirty="0"/>
                <a:t>⑤</a:t>
              </a:r>
              <a:endParaRPr kumimoji="1" lang="ja-JP" altLang="en-US" sz="2000"/>
            </a:p>
          </p:txBody>
        </p:sp>
        <p:sp>
          <p:nvSpPr>
            <p:cNvPr id="24" name="テキスト ボックス 59">
              <a:extLst>
                <a:ext uri="{FF2B5EF4-FFF2-40B4-BE49-F238E27FC236}">
                  <a16:creationId xmlns:a16="http://schemas.microsoft.com/office/drawing/2014/main" id="{47023409-6686-4A4B-96A0-366B4B14DE1E}"/>
                </a:ext>
              </a:extLst>
            </p:cNvPr>
            <p:cNvSpPr txBox="1"/>
            <p:nvPr/>
          </p:nvSpPr>
          <p:spPr>
            <a:xfrm>
              <a:off x="6701357" y="3785189"/>
              <a:ext cx="5195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dirty="0"/>
                <a:t>⑨</a:t>
              </a:r>
              <a:endParaRPr kumimoji="1" lang="ja-JP" altLang="en-US" sz="2000"/>
            </a:p>
          </p:txBody>
        </p:sp>
        <p:sp>
          <p:nvSpPr>
            <p:cNvPr id="25" name="テキスト ボックス 61">
              <a:extLst>
                <a:ext uri="{FF2B5EF4-FFF2-40B4-BE49-F238E27FC236}">
                  <a16:creationId xmlns:a16="http://schemas.microsoft.com/office/drawing/2014/main" id="{517B024E-0B94-764F-9A4A-B06D7704C245}"/>
                </a:ext>
              </a:extLst>
            </p:cNvPr>
            <p:cNvSpPr txBox="1"/>
            <p:nvPr/>
          </p:nvSpPr>
          <p:spPr>
            <a:xfrm>
              <a:off x="4528739" y="4185299"/>
              <a:ext cx="5195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dirty="0"/>
                <a:t>③</a:t>
              </a:r>
              <a:endParaRPr kumimoji="1" lang="ja-JP" altLang="en-US" sz="2000"/>
            </a:p>
          </p:txBody>
        </p:sp>
        <p:sp>
          <p:nvSpPr>
            <p:cNvPr id="26" name="テキスト ボックス 62">
              <a:extLst>
                <a:ext uri="{FF2B5EF4-FFF2-40B4-BE49-F238E27FC236}">
                  <a16:creationId xmlns:a16="http://schemas.microsoft.com/office/drawing/2014/main" id="{5850F3B9-C6D2-DC48-A1FF-F130EC1F70F8}"/>
                </a:ext>
              </a:extLst>
            </p:cNvPr>
            <p:cNvSpPr txBox="1"/>
            <p:nvPr/>
          </p:nvSpPr>
          <p:spPr>
            <a:xfrm>
              <a:off x="6078335" y="4155335"/>
              <a:ext cx="5195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dirty="0"/>
                <a:t>⑦</a:t>
              </a:r>
              <a:endParaRPr kumimoji="1" lang="ja-JP" altLang="en-US" sz="2000"/>
            </a:p>
          </p:txBody>
        </p:sp>
        <p:sp>
          <p:nvSpPr>
            <p:cNvPr id="27" name="テキスト ボックス 63">
              <a:extLst>
                <a:ext uri="{FF2B5EF4-FFF2-40B4-BE49-F238E27FC236}">
                  <a16:creationId xmlns:a16="http://schemas.microsoft.com/office/drawing/2014/main" id="{3B600D6E-2BD2-4646-8E91-53885BA72144}"/>
                </a:ext>
              </a:extLst>
            </p:cNvPr>
            <p:cNvSpPr txBox="1"/>
            <p:nvPr/>
          </p:nvSpPr>
          <p:spPr>
            <a:xfrm>
              <a:off x="7686497" y="3977154"/>
              <a:ext cx="5195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dirty="0"/>
                <a:t>⑪</a:t>
              </a:r>
              <a:endParaRPr kumimoji="1" lang="ja-JP" altLang="en-US" sz="2000"/>
            </a:p>
          </p:txBody>
        </p:sp>
        <p:sp>
          <p:nvSpPr>
            <p:cNvPr id="32" name="テキスト ボックス 71">
              <a:extLst>
                <a:ext uri="{FF2B5EF4-FFF2-40B4-BE49-F238E27FC236}">
                  <a16:creationId xmlns:a16="http://schemas.microsoft.com/office/drawing/2014/main" id="{B75F6AFC-802B-7347-AE0E-C9A3EA77B3B7}"/>
                </a:ext>
              </a:extLst>
            </p:cNvPr>
            <p:cNvSpPr txBox="1"/>
            <p:nvPr/>
          </p:nvSpPr>
          <p:spPr>
            <a:xfrm>
              <a:off x="7875353" y="5978402"/>
              <a:ext cx="5195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dirty="0"/>
                <a:t>⑩</a:t>
              </a:r>
              <a:endParaRPr kumimoji="1" lang="ja-JP" altLang="en-US" sz="2000"/>
            </a:p>
          </p:txBody>
        </p:sp>
        <p:sp>
          <p:nvSpPr>
            <p:cNvPr id="10" name="テキスト ボックス 85">
              <a:extLst>
                <a:ext uri="{FF2B5EF4-FFF2-40B4-BE49-F238E27FC236}">
                  <a16:creationId xmlns:a16="http://schemas.microsoft.com/office/drawing/2014/main" id="{826A3388-C9F8-2A47-9A45-35687950FBC8}"/>
                </a:ext>
              </a:extLst>
            </p:cNvPr>
            <p:cNvSpPr txBox="1"/>
            <p:nvPr/>
          </p:nvSpPr>
          <p:spPr>
            <a:xfrm>
              <a:off x="5355591" y="1022717"/>
              <a:ext cx="21387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dirty="0"/>
                <a:t>④</a:t>
              </a:r>
              <a:r>
                <a:rPr lang="en-US" altLang="ja-JP" sz="2000" dirty="0"/>
                <a:t>,</a:t>
              </a:r>
              <a:r>
                <a:rPr lang="en-JP" sz="2000" dirty="0"/>
                <a:t> ⑧, ⑫</a:t>
              </a:r>
              <a:endParaRPr kumimoji="1" lang="ja-JP" altLang="en-US" sz="2000"/>
            </a:p>
          </p:txBody>
        </p:sp>
        <p:sp>
          <p:nvSpPr>
            <p:cNvPr id="41" name="テキスト ボックス 68">
              <a:extLst>
                <a:ext uri="{FF2B5EF4-FFF2-40B4-BE49-F238E27FC236}">
                  <a16:creationId xmlns:a16="http://schemas.microsoft.com/office/drawing/2014/main" id="{5BBAA8C2-6277-934A-8D85-89AADD7DA3BF}"/>
                </a:ext>
              </a:extLst>
            </p:cNvPr>
            <p:cNvSpPr txBox="1"/>
            <p:nvPr/>
          </p:nvSpPr>
          <p:spPr>
            <a:xfrm>
              <a:off x="3588327" y="5992469"/>
              <a:ext cx="5195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dirty="0"/>
                <a:t>②</a:t>
              </a:r>
              <a:endParaRPr kumimoji="1" lang="ja-JP" altLang="en-US" sz="2000"/>
            </a:p>
          </p:txBody>
        </p:sp>
        <p:sp>
          <p:nvSpPr>
            <p:cNvPr id="42" name="テキスト ボックス 62">
              <a:extLst>
                <a:ext uri="{FF2B5EF4-FFF2-40B4-BE49-F238E27FC236}">
                  <a16:creationId xmlns:a16="http://schemas.microsoft.com/office/drawing/2014/main" id="{6F4568DF-185C-9A41-A82A-285BD9B7F207}"/>
                </a:ext>
              </a:extLst>
            </p:cNvPr>
            <p:cNvSpPr txBox="1"/>
            <p:nvPr/>
          </p:nvSpPr>
          <p:spPr>
            <a:xfrm>
              <a:off x="5654629" y="5977361"/>
              <a:ext cx="5195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dirty="0"/>
                <a:t>⑥</a:t>
              </a:r>
              <a:endParaRPr kumimoji="1" lang="ja-JP" altLang="en-US" sz="2000"/>
            </a:p>
          </p:txBody>
        </p:sp>
        <p:pic>
          <p:nvPicPr>
            <p:cNvPr id="61" name="Graphic 60" descr="Refresh with solid fill">
              <a:extLst>
                <a:ext uri="{FF2B5EF4-FFF2-40B4-BE49-F238E27FC236}">
                  <a16:creationId xmlns:a16="http://schemas.microsoft.com/office/drawing/2014/main" id="{2792A7B6-452F-A046-A28D-7BDF0D907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9948" y="1648433"/>
              <a:ext cx="473456" cy="473456"/>
            </a:xfrm>
            <a:prstGeom prst="rect">
              <a:avLst/>
            </a:prstGeom>
          </p:spPr>
        </p:pic>
        <p:pic>
          <p:nvPicPr>
            <p:cNvPr id="62" name="Graphic 61" descr="Refresh with solid fill">
              <a:extLst>
                <a:ext uri="{FF2B5EF4-FFF2-40B4-BE49-F238E27FC236}">
                  <a16:creationId xmlns:a16="http://schemas.microsoft.com/office/drawing/2014/main" id="{00BA92CC-4FE2-5745-8CB7-994D58952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070251" y="5592887"/>
              <a:ext cx="473456" cy="473456"/>
            </a:xfrm>
            <a:prstGeom prst="rect">
              <a:avLst/>
            </a:prstGeom>
          </p:spPr>
        </p:pic>
        <p:grpSp>
          <p:nvGrpSpPr>
            <p:cNvPr id="64" name="グループ化 10">
              <a:extLst>
                <a:ext uri="{FF2B5EF4-FFF2-40B4-BE49-F238E27FC236}">
                  <a16:creationId xmlns:a16="http://schemas.microsoft.com/office/drawing/2014/main" id="{2D070C80-D9CF-DF4F-A55F-68E13E88495B}"/>
                </a:ext>
              </a:extLst>
            </p:cNvPr>
            <p:cNvGrpSpPr/>
            <p:nvPr/>
          </p:nvGrpSpPr>
          <p:grpSpPr>
            <a:xfrm>
              <a:off x="5411110" y="5010757"/>
              <a:ext cx="1483970" cy="981712"/>
              <a:chOff x="1473199" y="4953213"/>
              <a:chExt cx="2004482" cy="1311699"/>
            </a:xfrm>
          </p:grpSpPr>
          <p:pic>
            <p:nvPicPr>
              <p:cNvPr id="65" name="図 7" descr="アイコン&#10;&#10;自動的に生成された説明">
                <a:extLst>
                  <a:ext uri="{FF2B5EF4-FFF2-40B4-BE49-F238E27FC236}">
                    <a16:creationId xmlns:a16="http://schemas.microsoft.com/office/drawing/2014/main" id="{9B8F5E6D-9EF3-1449-9667-5184B0BFE4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473199" y="4953213"/>
                <a:ext cx="1369483" cy="1311699"/>
              </a:xfrm>
              <a:prstGeom prst="rect">
                <a:avLst/>
              </a:prstGeom>
            </p:spPr>
          </p:pic>
          <p:pic>
            <p:nvPicPr>
              <p:cNvPr id="66" name="図 9" descr="アイコン&#10;&#10;自動的に生成された説明">
                <a:extLst>
                  <a:ext uri="{FF2B5EF4-FFF2-40B4-BE49-F238E27FC236}">
                    <a16:creationId xmlns:a16="http://schemas.microsoft.com/office/drawing/2014/main" id="{3EEF7F09-44F5-C34A-9895-9580A79F72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flipH="1">
                <a:off x="2799388" y="5441529"/>
                <a:ext cx="678293" cy="823383"/>
              </a:xfrm>
              <a:prstGeom prst="rect">
                <a:avLst/>
              </a:prstGeom>
            </p:spPr>
          </p:pic>
        </p:grpSp>
        <p:pic>
          <p:nvPicPr>
            <p:cNvPr id="67" name="Graphic 66" descr="Refresh with solid fill">
              <a:extLst>
                <a:ext uri="{FF2B5EF4-FFF2-40B4-BE49-F238E27FC236}">
                  <a16:creationId xmlns:a16="http://schemas.microsoft.com/office/drawing/2014/main" id="{61F8A734-0DB3-3140-AA7F-7CD00E6ED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143510" y="5589917"/>
              <a:ext cx="473456" cy="473456"/>
            </a:xfrm>
            <a:prstGeom prst="rect">
              <a:avLst/>
            </a:prstGeom>
          </p:spPr>
        </p:pic>
        <p:grpSp>
          <p:nvGrpSpPr>
            <p:cNvPr id="68" name="グループ化 10">
              <a:extLst>
                <a:ext uri="{FF2B5EF4-FFF2-40B4-BE49-F238E27FC236}">
                  <a16:creationId xmlns:a16="http://schemas.microsoft.com/office/drawing/2014/main" id="{8D0B2A7A-CC47-F74B-BEEE-488CE5580647}"/>
                </a:ext>
              </a:extLst>
            </p:cNvPr>
            <p:cNvGrpSpPr/>
            <p:nvPr/>
          </p:nvGrpSpPr>
          <p:grpSpPr>
            <a:xfrm>
              <a:off x="7628185" y="5010757"/>
              <a:ext cx="1483970" cy="981712"/>
              <a:chOff x="1473199" y="4953213"/>
              <a:chExt cx="2004482" cy="1311699"/>
            </a:xfrm>
          </p:grpSpPr>
          <p:pic>
            <p:nvPicPr>
              <p:cNvPr id="69" name="図 7" descr="アイコン&#10;&#10;自動的に生成された説明">
                <a:extLst>
                  <a:ext uri="{FF2B5EF4-FFF2-40B4-BE49-F238E27FC236}">
                    <a16:creationId xmlns:a16="http://schemas.microsoft.com/office/drawing/2014/main" id="{5D8A714F-D059-524D-A3B7-27311137D3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473199" y="4953213"/>
                <a:ext cx="1369483" cy="1311699"/>
              </a:xfrm>
              <a:prstGeom prst="rect">
                <a:avLst/>
              </a:prstGeom>
            </p:spPr>
          </p:pic>
          <p:pic>
            <p:nvPicPr>
              <p:cNvPr id="70" name="図 9" descr="アイコン&#10;&#10;自動的に生成された説明">
                <a:extLst>
                  <a:ext uri="{FF2B5EF4-FFF2-40B4-BE49-F238E27FC236}">
                    <a16:creationId xmlns:a16="http://schemas.microsoft.com/office/drawing/2014/main" id="{FFE1213C-EE59-6749-BE1E-001CAA8A00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flipH="1">
                <a:off x="2799388" y="5441529"/>
                <a:ext cx="678293" cy="823383"/>
              </a:xfrm>
              <a:prstGeom prst="rect">
                <a:avLst/>
              </a:prstGeom>
            </p:spPr>
          </p:pic>
        </p:grpSp>
        <p:pic>
          <p:nvPicPr>
            <p:cNvPr id="71" name="Graphic 70" descr="Refresh with solid fill">
              <a:extLst>
                <a:ext uri="{FF2B5EF4-FFF2-40B4-BE49-F238E27FC236}">
                  <a16:creationId xmlns:a16="http://schemas.microsoft.com/office/drawing/2014/main" id="{AA124BED-9234-6B49-B8D9-C63271AF4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360585" y="5589917"/>
              <a:ext cx="473456" cy="47345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EEADE6F-073C-B64E-95B1-42AC21740455}"/>
                </a:ext>
              </a:extLst>
            </p:cNvPr>
            <p:cNvSpPr txBox="1"/>
            <p:nvPr/>
          </p:nvSpPr>
          <p:spPr>
            <a:xfrm>
              <a:off x="8360585" y="5924209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>
                  <a:solidFill>
                    <a:schemeClr val="accent6">
                      <a:lumMod val="75000"/>
                    </a:schemeClr>
                  </a:solidFill>
                </a:rPr>
                <a:t>MT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53443A5-65CE-FE4E-A15E-593665645F85}"/>
                </a:ext>
              </a:extLst>
            </p:cNvPr>
            <p:cNvSpPr txBox="1"/>
            <p:nvPr/>
          </p:nvSpPr>
          <p:spPr>
            <a:xfrm>
              <a:off x="6124735" y="5922127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>
                  <a:solidFill>
                    <a:schemeClr val="accent4">
                      <a:lumMod val="75000"/>
                    </a:schemeClr>
                  </a:solidFill>
                </a:rPr>
                <a:t>MT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94F9F7D-B102-D04B-A890-0D6B81F0DDAC}"/>
                </a:ext>
              </a:extLst>
            </p:cNvPr>
            <p:cNvSpPr txBox="1"/>
            <p:nvPr/>
          </p:nvSpPr>
          <p:spPr>
            <a:xfrm>
              <a:off x="4111529" y="5955227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>
                  <a:solidFill>
                    <a:schemeClr val="accent1"/>
                  </a:solidFill>
                </a:rPr>
                <a:t>MT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29EFDE4-A270-264C-AC1C-C5372EFE8485}"/>
                </a:ext>
              </a:extLst>
            </p:cNvPr>
            <p:cNvSpPr txBox="1"/>
            <p:nvPr/>
          </p:nvSpPr>
          <p:spPr>
            <a:xfrm>
              <a:off x="5800526" y="1351567"/>
              <a:ext cx="52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2000" dirty="0"/>
                <a:t>MT</a:t>
              </a: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EF78348F-6D86-7A49-A1AE-7A45562E9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1511" y="4528167"/>
              <a:ext cx="426715" cy="4267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Picture 2">
              <a:extLst>
                <a:ext uri="{FF2B5EF4-FFF2-40B4-BE49-F238E27FC236}">
                  <a16:creationId xmlns:a16="http://schemas.microsoft.com/office/drawing/2014/main" id="{21D03300-F334-6048-9824-DE67CC200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7589" y="4561798"/>
              <a:ext cx="426715" cy="4267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Picture 2">
              <a:extLst>
                <a:ext uri="{FF2B5EF4-FFF2-40B4-BE49-F238E27FC236}">
                  <a16:creationId xmlns:a16="http://schemas.microsoft.com/office/drawing/2014/main" id="{C75E25FE-9AE8-7F4C-B285-8732E02875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6185" y="4316066"/>
              <a:ext cx="426715" cy="4267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Graphic 93" descr="Lock with solid fill">
              <a:extLst>
                <a:ext uri="{FF2B5EF4-FFF2-40B4-BE49-F238E27FC236}">
                  <a16:creationId xmlns:a16="http://schemas.microsoft.com/office/drawing/2014/main" id="{D2F4BE88-285C-8A4A-99A9-570C8FCA1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864419">
              <a:off x="4494388" y="5563053"/>
              <a:ext cx="341780" cy="341780"/>
            </a:xfrm>
            <a:prstGeom prst="rect">
              <a:avLst/>
            </a:prstGeom>
          </p:spPr>
        </p:pic>
        <p:pic>
          <p:nvPicPr>
            <p:cNvPr id="95" name="Graphic 94" descr="Lock with solid fill">
              <a:extLst>
                <a:ext uri="{FF2B5EF4-FFF2-40B4-BE49-F238E27FC236}">
                  <a16:creationId xmlns:a16="http://schemas.microsoft.com/office/drawing/2014/main" id="{E80308B3-DAB3-4D49-9C65-9A0A751B7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rot="864419">
              <a:off x="6614090" y="5591371"/>
              <a:ext cx="341780" cy="341780"/>
            </a:xfrm>
            <a:prstGeom prst="rect">
              <a:avLst/>
            </a:prstGeom>
          </p:spPr>
        </p:pic>
        <p:pic>
          <p:nvPicPr>
            <p:cNvPr id="96" name="Graphic 95" descr="Lock with solid fill">
              <a:extLst>
                <a:ext uri="{FF2B5EF4-FFF2-40B4-BE49-F238E27FC236}">
                  <a16:creationId xmlns:a16="http://schemas.microsoft.com/office/drawing/2014/main" id="{4859ADCA-FEBC-B440-9C3E-810D0D7E7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rot="864419">
              <a:off x="8812864" y="5575872"/>
              <a:ext cx="341780" cy="3417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3924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2">
            <a:extLst>
              <a:ext uri="{FF2B5EF4-FFF2-40B4-BE49-F238E27FC236}">
                <a16:creationId xmlns:a16="http://schemas.microsoft.com/office/drawing/2014/main" id="{F11654D7-BA3A-CD43-A244-4956BEA88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290" y="1502097"/>
            <a:ext cx="474424" cy="633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38649E7-F149-1941-9F5D-A09A46C45D60}"/>
              </a:ext>
            </a:extLst>
          </p:cNvPr>
          <p:cNvSpPr txBox="1">
            <a:spLocks/>
          </p:cNvSpPr>
          <p:nvPr/>
        </p:nvSpPr>
        <p:spPr>
          <a:xfrm>
            <a:off x="3579957" y="153328"/>
            <a:ext cx="4314518" cy="5991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The Flow of Federal Learning</a:t>
            </a:r>
            <a:b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(</a:t>
            </a:r>
            <a:r>
              <a:rPr lang="ja-JP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連邦学習の流れ</a:t>
            </a:r>
            <a:r>
              <a:rPr lang="en-US" altLang="ja-JP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)</a:t>
            </a:r>
            <a:endParaRPr lang="ja-JP" altLang="en-US" sz="20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1" name="図 5" descr="アイコン&#10;&#10;自動的に生成された説明">
            <a:extLst>
              <a:ext uri="{FF2B5EF4-FFF2-40B4-BE49-F238E27FC236}">
                <a16:creationId xmlns:a16="http://schemas.microsoft.com/office/drawing/2014/main" id="{DD7361FF-A088-A147-A5FE-386E87792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892" y="1394260"/>
            <a:ext cx="1023034" cy="1102493"/>
          </a:xfrm>
          <a:prstGeom prst="rect">
            <a:avLst/>
          </a:prstGeom>
        </p:spPr>
      </p:pic>
      <p:grpSp>
        <p:nvGrpSpPr>
          <p:cNvPr id="12" name="グループ化 10">
            <a:extLst>
              <a:ext uri="{FF2B5EF4-FFF2-40B4-BE49-F238E27FC236}">
                <a16:creationId xmlns:a16="http://schemas.microsoft.com/office/drawing/2014/main" id="{3CDC48C0-D904-6942-AEA4-359DC2F76C71}"/>
              </a:ext>
            </a:extLst>
          </p:cNvPr>
          <p:cNvGrpSpPr/>
          <p:nvPr/>
        </p:nvGrpSpPr>
        <p:grpSpPr>
          <a:xfrm>
            <a:off x="3500816" y="3979447"/>
            <a:ext cx="1240895" cy="820907"/>
            <a:chOff x="1473199" y="4953213"/>
            <a:chExt cx="2004482" cy="1311699"/>
          </a:xfrm>
        </p:grpSpPr>
        <p:pic>
          <p:nvPicPr>
            <p:cNvPr id="39" name="図 7" descr="アイコン&#10;&#10;自動的に生成された説明">
              <a:extLst>
                <a:ext uri="{FF2B5EF4-FFF2-40B4-BE49-F238E27FC236}">
                  <a16:creationId xmlns:a16="http://schemas.microsoft.com/office/drawing/2014/main" id="{65C461A2-951F-344C-8341-CD881340E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473199" y="4953213"/>
              <a:ext cx="1369483" cy="1311699"/>
            </a:xfrm>
            <a:prstGeom prst="rect">
              <a:avLst/>
            </a:prstGeom>
          </p:spPr>
        </p:pic>
        <p:pic>
          <p:nvPicPr>
            <p:cNvPr id="40" name="図 9" descr="アイコン&#10;&#10;自動的に生成された説明">
              <a:extLst>
                <a:ext uri="{FF2B5EF4-FFF2-40B4-BE49-F238E27FC236}">
                  <a16:creationId xmlns:a16="http://schemas.microsoft.com/office/drawing/2014/main" id="{E914E05E-3760-5F40-A4C8-89D3CBEF4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flipH="1">
              <a:off x="2799388" y="5441529"/>
              <a:ext cx="678293" cy="823383"/>
            </a:xfrm>
            <a:prstGeom prst="rect">
              <a:avLst/>
            </a:prstGeom>
          </p:spPr>
        </p:pic>
      </p:grpSp>
      <p:cxnSp>
        <p:nvCxnSpPr>
          <p:cNvPr id="16" name="直線矢印コネクタ 17">
            <a:extLst>
              <a:ext uri="{FF2B5EF4-FFF2-40B4-BE49-F238E27FC236}">
                <a16:creationId xmlns:a16="http://schemas.microsoft.com/office/drawing/2014/main" id="{C757D2DC-D251-6943-BD6F-A5C5E6171F3A}"/>
              </a:ext>
            </a:extLst>
          </p:cNvPr>
          <p:cNvCxnSpPr>
            <a:cxnSpLocks/>
          </p:cNvCxnSpPr>
          <p:nvPr/>
        </p:nvCxnSpPr>
        <p:spPr>
          <a:xfrm flipH="1">
            <a:off x="3974776" y="2576883"/>
            <a:ext cx="1099080" cy="13026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線矢印コネクタ 34">
            <a:extLst>
              <a:ext uri="{FF2B5EF4-FFF2-40B4-BE49-F238E27FC236}">
                <a16:creationId xmlns:a16="http://schemas.microsoft.com/office/drawing/2014/main" id="{70252135-C61F-B74C-8850-DEC7F4D15200}"/>
              </a:ext>
            </a:extLst>
          </p:cNvPr>
          <p:cNvCxnSpPr>
            <a:cxnSpLocks/>
          </p:cNvCxnSpPr>
          <p:nvPr/>
        </p:nvCxnSpPr>
        <p:spPr>
          <a:xfrm>
            <a:off x="6383310" y="2576883"/>
            <a:ext cx="1055888" cy="13325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線矢印コネクタ 37">
            <a:extLst>
              <a:ext uri="{FF2B5EF4-FFF2-40B4-BE49-F238E27FC236}">
                <a16:creationId xmlns:a16="http://schemas.microsoft.com/office/drawing/2014/main" id="{D0A780CF-4185-474C-86C0-F77ED5E17912}"/>
              </a:ext>
            </a:extLst>
          </p:cNvPr>
          <p:cNvCxnSpPr>
            <a:cxnSpLocks/>
          </p:cNvCxnSpPr>
          <p:nvPr/>
        </p:nvCxnSpPr>
        <p:spPr>
          <a:xfrm flipV="1">
            <a:off x="4144692" y="2576883"/>
            <a:ext cx="1060731" cy="1302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" name="直線矢印コネクタ 45">
            <a:extLst>
              <a:ext uri="{FF2B5EF4-FFF2-40B4-BE49-F238E27FC236}">
                <a16:creationId xmlns:a16="http://schemas.microsoft.com/office/drawing/2014/main" id="{2CE75A0A-FC56-624A-AF21-E8EA2C1D2C8A}"/>
              </a:ext>
            </a:extLst>
          </p:cNvPr>
          <p:cNvCxnSpPr>
            <a:cxnSpLocks/>
          </p:cNvCxnSpPr>
          <p:nvPr/>
        </p:nvCxnSpPr>
        <p:spPr>
          <a:xfrm flipH="1" flipV="1">
            <a:off x="6457434" y="2518247"/>
            <a:ext cx="1130607" cy="139116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線矢印コネクタ 47">
            <a:extLst>
              <a:ext uri="{FF2B5EF4-FFF2-40B4-BE49-F238E27FC236}">
                <a16:creationId xmlns:a16="http://schemas.microsoft.com/office/drawing/2014/main" id="{9A7D998F-528B-0140-AFE9-98F31E4DD051}"/>
              </a:ext>
            </a:extLst>
          </p:cNvPr>
          <p:cNvCxnSpPr>
            <a:cxnSpLocks/>
          </p:cNvCxnSpPr>
          <p:nvPr/>
        </p:nvCxnSpPr>
        <p:spPr>
          <a:xfrm>
            <a:off x="5737216" y="2576883"/>
            <a:ext cx="0" cy="13325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線矢印コネクタ 50">
            <a:extLst>
              <a:ext uri="{FF2B5EF4-FFF2-40B4-BE49-F238E27FC236}">
                <a16:creationId xmlns:a16="http://schemas.microsoft.com/office/drawing/2014/main" id="{00133232-49C5-8049-A3F8-58860B6DD817}"/>
              </a:ext>
            </a:extLst>
          </p:cNvPr>
          <p:cNvCxnSpPr>
            <a:cxnSpLocks/>
          </p:cNvCxnSpPr>
          <p:nvPr/>
        </p:nvCxnSpPr>
        <p:spPr>
          <a:xfrm flipH="1" flipV="1">
            <a:off x="5839846" y="2551858"/>
            <a:ext cx="11029" cy="134415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テキスト ボックス 68">
            <a:extLst>
              <a:ext uri="{FF2B5EF4-FFF2-40B4-BE49-F238E27FC236}">
                <a16:creationId xmlns:a16="http://schemas.microsoft.com/office/drawing/2014/main" id="{5BBAA8C2-6277-934A-8D85-89AADD7DA3BF}"/>
              </a:ext>
            </a:extLst>
          </p:cNvPr>
          <p:cNvSpPr txBox="1"/>
          <p:nvPr/>
        </p:nvSpPr>
        <p:spPr>
          <a:xfrm>
            <a:off x="7063001" y="3061491"/>
            <a:ext cx="434428" cy="334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dirty="0"/>
              <a:t>②</a:t>
            </a:r>
            <a:endParaRPr kumimoji="1" lang="ja-JP" altLang="en-US" sz="2000"/>
          </a:p>
        </p:txBody>
      </p:sp>
      <p:pic>
        <p:nvPicPr>
          <p:cNvPr id="62" name="Graphic 61" descr="Refresh with solid fill">
            <a:extLst>
              <a:ext uri="{FF2B5EF4-FFF2-40B4-BE49-F238E27FC236}">
                <a16:creationId xmlns:a16="http://schemas.microsoft.com/office/drawing/2014/main" id="{00BA92CC-4FE2-5745-8CB7-994D58952D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13248" y="4463740"/>
            <a:ext cx="395904" cy="395904"/>
          </a:xfrm>
          <a:prstGeom prst="rect">
            <a:avLst/>
          </a:prstGeom>
        </p:spPr>
      </p:pic>
      <p:grpSp>
        <p:nvGrpSpPr>
          <p:cNvPr id="64" name="グループ化 10">
            <a:extLst>
              <a:ext uri="{FF2B5EF4-FFF2-40B4-BE49-F238E27FC236}">
                <a16:creationId xmlns:a16="http://schemas.microsoft.com/office/drawing/2014/main" id="{2D070C80-D9CF-DF4F-A55F-68E13E88495B}"/>
              </a:ext>
            </a:extLst>
          </p:cNvPr>
          <p:cNvGrpSpPr/>
          <p:nvPr/>
        </p:nvGrpSpPr>
        <p:grpSpPr>
          <a:xfrm>
            <a:off x="5287481" y="3976964"/>
            <a:ext cx="1240895" cy="820907"/>
            <a:chOff x="1473199" y="4953213"/>
            <a:chExt cx="2004482" cy="1311699"/>
          </a:xfrm>
        </p:grpSpPr>
        <p:pic>
          <p:nvPicPr>
            <p:cNvPr id="65" name="図 7" descr="アイコン&#10;&#10;自動的に生成された説明">
              <a:extLst>
                <a:ext uri="{FF2B5EF4-FFF2-40B4-BE49-F238E27FC236}">
                  <a16:creationId xmlns:a16="http://schemas.microsoft.com/office/drawing/2014/main" id="{9B8F5E6D-9EF3-1449-9667-5184B0BFE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473199" y="4953213"/>
              <a:ext cx="1369483" cy="1311699"/>
            </a:xfrm>
            <a:prstGeom prst="rect">
              <a:avLst/>
            </a:prstGeom>
          </p:spPr>
        </p:pic>
        <p:pic>
          <p:nvPicPr>
            <p:cNvPr id="66" name="図 9" descr="アイコン&#10;&#10;自動的に生成された説明">
              <a:extLst>
                <a:ext uri="{FF2B5EF4-FFF2-40B4-BE49-F238E27FC236}">
                  <a16:creationId xmlns:a16="http://schemas.microsoft.com/office/drawing/2014/main" id="{3EEF7F09-44F5-C34A-9895-9580A79F7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flipH="1">
              <a:off x="2799388" y="5441529"/>
              <a:ext cx="678293" cy="823383"/>
            </a:xfrm>
            <a:prstGeom prst="rect">
              <a:avLst/>
            </a:prstGeom>
          </p:spPr>
        </p:pic>
      </p:grpSp>
      <p:pic>
        <p:nvPicPr>
          <p:cNvPr id="67" name="Graphic 66" descr="Refresh with solid fill">
            <a:extLst>
              <a:ext uri="{FF2B5EF4-FFF2-40B4-BE49-F238E27FC236}">
                <a16:creationId xmlns:a16="http://schemas.microsoft.com/office/drawing/2014/main" id="{61F8A734-0DB3-3140-AA7F-7CD00E6ED6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99914" y="4461257"/>
            <a:ext cx="395904" cy="395904"/>
          </a:xfrm>
          <a:prstGeom prst="rect">
            <a:avLst/>
          </a:prstGeom>
        </p:spPr>
      </p:pic>
      <p:grpSp>
        <p:nvGrpSpPr>
          <p:cNvPr id="68" name="グループ化 10">
            <a:extLst>
              <a:ext uri="{FF2B5EF4-FFF2-40B4-BE49-F238E27FC236}">
                <a16:creationId xmlns:a16="http://schemas.microsoft.com/office/drawing/2014/main" id="{8D0B2A7A-CC47-F74B-BEEE-488CE5580647}"/>
              </a:ext>
            </a:extLst>
          </p:cNvPr>
          <p:cNvGrpSpPr/>
          <p:nvPr/>
        </p:nvGrpSpPr>
        <p:grpSpPr>
          <a:xfrm>
            <a:off x="7088390" y="3976964"/>
            <a:ext cx="1240895" cy="820907"/>
            <a:chOff x="1473199" y="4953213"/>
            <a:chExt cx="2004482" cy="1311699"/>
          </a:xfrm>
        </p:grpSpPr>
        <p:pic>
          <p:nvPicPr>
            <p:cNvPr id="69" name="図 7" descr="アイコン&#10;&#10;自動的に生成された説明">
              <a:extLst>
                <a:ext uri="{FF2B5EF4-FFF2-40B4-BE49-F238E27FC236}">
                  <a16:creationId xmlns:a16="http://schemas.microsoft.com/office/drawing/2014/main" id="{5D8A714F-D059-524D-A3B7-27311137D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473199" y="4953213"/>
              <a:ext cx="1369483" cy="1311699"/>
            </a:xfrm>
            <a:prstGeom prst="rect">
              <a:avLst/>
            </a:prstGeom>
          </p:spPr>
        </p:pic>
        <p:pic>
          <p:nvPicPr>
            <p:cNvPr id="70" name="図 9" descr="アイコン&#10;&#10;自動的に生成された説明">
              <a:extLst>
                <a:ext uri="{FF2B5EF4-FFF2-40B4-BE49-F238E27FC236}">
                  <a16:creationId xmlns:a16="http://schemas.microsoft.com/office/drawing/2014/main" id="{FFE1213C-EE59-6749-BE1E-001CAA8A0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flipH="1">
              <a:off x="2799388" y="5441529"/>
              <a:ext cx="678293" cy="823383"/>
            </a:xfrm>
            <a:prstGeom prst="rect">
              <a:avLst/>
            </a:prstGeom>
          </p:spPr>
        </p:pic>
      </p:grpSp>
      <p:pic>
        <p:nvPicPr>
          <p:cNvPr id="71" name="Graphic 70" descr="Refresh with solid fill">
            <a:extLst>
              <a:ext uri="{FF2B5EF4-FFF2-40B4-BE49-F238E27FC236}">
                <a16:creationId xmlns:a16="http://schemas.microsoft.com/office/drawing/2014/main" id="{AA124BED-9234-6B49-B8D9-C63271AF4BF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00822" y="4461257"/>
            <a:ext cx="395904" cy="395904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4EEADE6F-073C-B64E-95B1-42AC21740455}"/>
              </a:ext>
            </a:extLst>
          </p:cNvPr>
          <p:cNvSpPr txBox="1"/>
          <p:nvPr/>
        </p:nvSpPr>
        <p:spPr>
          <a:xfrm>
            <a:off x="7700822" y="4740792"/>
            <a:ext cx="413121" cy="308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solidFill>
                  <a:schemeClr val="accent6">
                    <a:lumMod val="75000"/>
                  </a:schemeClr>
                </a:solidFill>
              </a:rPr>
              <a:t>MT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53443A5-65CE-FE4E-A15E-593665645F85}"/>
              </a:ext>
            </a:extLst>
          </p:cNvPr>
          <p:cNvSpPr txBox="1"/>
          <p:nvPr/>
        </p:nvSpPr>
        <p:spPr>
          <a:xfrm>
            <a:off x="5884214" y="4739051"/>
            <a:ext cx="413121" cy="308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solidFill>
                  <a:schemeClr val="accent4">
                    <a:lumMod val="75000"/>
                  </a:schemeClr>
                </a:solidFill>
              </a:rPr>
              <a:t>MT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94F9F7D-B102-D04B-A890-0D6B81F0DDAC}"/>
              </a:ext>
            </a:extLst>
          </p:cNvPr>
          <p:cNvSpPr txBox="1"/>
          <p:nvPr/>
        </p:nvSpPr>
        <p:spPr>
          <a:xfrm>
            <a:off x="4147765" y="4766729"/>
            <a:ext cx="413121" cy="308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solidFill>
                  <a:schemeClr val="accent1"/>
                </a:solidFill>
              </a:rPr>
              <a:t>MT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78348F-6D86-7A49-A1AE-7A45562E9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076" y="3573422"/>
            <a:ext cx="356819" cy="356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2">
            <a:extLst>
              <a:ext uri="{FF2B5EF4-FFF2-40B4-BE49-F238E27FC236}">
                <a16:creationId xmlns:a16="http://schemas.microsoft.com/office/drawing/2014/main" id="{21D03300-F334-6048-9824-DE67CC200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317" y="3601544"/>
            <a:ext cx="356819" cy="356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2">
            <a:extLst>
              <a:ext uri="{FF2B5EF4-FFF2-40B4-BE49-F238E27FC236}">
                <a16:creationId xmlns:a16="http://schemas.microsoft.com/office/drawing/2014/main" id="{C75E25FE-9AE8-7F4C-B285-8732E0287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197" y="3396063"/>
            <a:ext cx="356819" cy="356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Graphic 93" descr="Lock with solid fill">
            <a:extLst>
              <a:ext uri="{FF2B5EF4-FFF2-40B4-BE49-F238E27FC236}">
                <a16:creationId xmlns:a16="http://schemas.microsoft.com/office/drawing/2014/main" id="{D2F4BE88-285C-8A4A-99A9-570C8FCA1DF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864419">
            <a:off x="4467911" y="4438793"/>
            <a:ext cx="285796" cy="285796"/>
          </a:xfrm>
          <a:prstGeom prst="rect">
            <a:avLst/>
          </a:prstGeom>
        </p:spPr>
      </p:pic>
      <p:pic>
        <p:nvPicPr>
          <p:cNvPr id="95" name="Graphic 94" descr="Lock with solid fill">
            <a:extLst>
              <a:ext uri="{FF2B5EF4-FFF2-40B4-BE49-F238E27FC236}">
                <a16:creationId xmlns:a16="http://schemas.microsoft.com/office/drawing/2014/main" id="{E80308B3-DAB3-4D49-9C65-9A0A751B7EA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864419">
            <a:off x="6293412" y="4462473"/>
            <a:ext cx="285796" cy="285796"/>
          </a:xfrm>
          <a:prstGeom prst="rect">
            <a:avLst/>
          </a:prstGeom>
        </p:spPr>
      </p:pic>
      <p:pic>
        <p:nvPicPr>
          <p:cNvPr id="96" name="Graphic 95" descr="Lock with solid fill">
            <a:extLst>
              <a:ext uri="{FF2B5EF4-FFF2-40B4-BE49-F238E27FC236}">
                <a16:creationId xmlns:a16="http://schemas.microsoft.com/office/drawing/2014/main" id="{4859ADCA-FEBC-B440-9C3E-810D0D7E764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864419">
            <a:off x="8079018" y="4449512"/>
            <a:ext cx="285796" cy="285796"/>
          </a:xfrm>
          <a:prstGeom prst="rect">
            <a:avLst/>
          </a:prstGeom>
        </p:spPr>
      </p:pic>
      <p:sp>
        <p:nvSpPr>
          <p:cNvPr id="49" name="テキスト ボックス 57">
            <a:extLst>
              <a:ext uri="{FF2B5EF4-FFF2-40B4-BE49-F238E27FC236}">
                <a16:creationId xmlns:a16="http://schemas.microsoft.com/office/drawing/2014/main" id="{9AFE1780-5929-1B4B-BF8D-1B7FAE54A08E}"/>
              </a:ext>
            </a:extLst>
          </p:cNvPr>
          <p:cNvSpPr txBox="1"/>
          <p:nvPr/>
        </p:nvSpPr>
        <p:spPr>
          <a:xfrm>
            <a:off x="3678820" y="4784937"/>
            <a:ext cx="434428" cy="334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dirty="0"/>
              <a:t>①</a:t>
            </a:r>
            <a:endParaRPr kumimoji="1" lang="ja-JP" altLang="en-US" sz="2000"/>
          </a:p>
        </p:txBody>
      </p:sp>
      <p:sp>
        <p:nvSpPr>
          <p:cNvPr id="50" name="テキスト ボックス 57">
            <a:extLst>
              <a:ext uri="{FF2B5EF4-FFF2-40B4-BE49-F238E27FC236}">
                <a16:creationId xmlns:a16="http://schemas.microsoft.com/office/drawing/2014/main" id="{B31FEB4A-8234-424C-A8B9-B4D1BE6B6E54}"/>
              </a:ext>
            </a:extLst>
          </p:cNvPr>
          <p:cNvSpPr txBox="1"/>
          <p:nvPr/>
        </p:nvSpPr>
        <p:spPr>
          <a:xfrm>
            <a:off x="5442694" y="4779602"/>
            <a:ext cx="434428" cy="334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dirty="0"/>
              <a:t>①</a:t>
            </a:r>
            <a:endParaRPr kumimoji="1" lang="ja-JP" altLang="en-US" sz="2000"/>
          </a:p>
        </p:txBody>
      </p:sp>
      <p:sp>
        <p:nvSpPr>
          <p:cNvPr id="51" name="テキスト ボックス 57">
            <a:extLst>
              <a:ext uri="{FF2B5EF4-FFF2-40B4-BE49-F238E27FC236}">
                <a16:creationId xmlns:a16="http://schemas.microsoft.com/office/drawing/2014/main" id="{C7F321D8-2FC8-7943-8F4E-0CA7EF526DDA}"/>
              </a:ext>
            </a:extLst>
          </p:cNvPr>
          <p:cNvSpPr txBox="1"/>
          <p:nvPr/>
        </p:nvSpPr>
        <p:spPr>
          <a:xfrm>
            <a:off x="7251049" y="4779602"/>
            <a:ext cx="434428" cy="334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dirty="0"/>
              <a:t>①</a:t>
            </a:r>
            <a:endParaRPr kumimoji="1" lang="ja-JP" altLang="en-US" sz="2000"/>
          </a:p>
        </p:txBody>
      </p:sp>
      <p:sp>
        <p:nvSpPr>
          <p:cNvPr id="52" name="テキスト ボックス 68">
            <a:extLst>
              <a:ext uri="{FF2B5EF4-FFF2-40B4-BE49-F238E27FC236}">
                <a16:creationId xmlns:a16="http://schemas.microsoft.com/office/drawing/2014/main" id="{A643DFCA-03F8-444A-9239-3169903E6584}"/>
              </a:ext>
            </a:extLst>
          </p:cNvPr>
          <p:cNvSpPr txBox="1"/>
          <p:nvPr/>
        </p:nvSpPr>
        <p:spPr>
          <a:xfrm>
            <a:off x="5820405" y="3213829"/>
            <a:ext cx="434428" cy="334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dirty="0"/>
              <a:t>②</a:t>
            </a:r>
            <a:endParaRPr kumimoji="1" lang="ja-JP" altLang="en-US" sz="2000"/>
          </a:p>
        </p:txBody>
      </p:sp>
      <p:sp>
        <p:nvSpPr>
          <p:cNvPr id="53" name="テキスト ボックス 68">
            <a:extLst>
              <a:ext uri="{FF2B5EF4-FFF2-40B4-BE49-F238E27FC236}">
                <a16:creationId xmlns:a16="http://schemas.microsoft.com/office/drawing/2014/main" id="{805CE36A-F9FF-4B41-B29B-CFE707B618ED}"/>
              </a:ext>
            </a:extLst>
          </p:cNvPr>
          <p:cNvSpPr txBox="1"/>
          <p:nvPr/>
        </p:nvSpPr>
        <p:spPr>
          <a:xfrm>
            <a:off x="4523852" y="3252944"/>
            <a:ext cx="434428" cy="334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dirty="0"/>
              <a:t>②</a:t>
            </a:r>
            <a:endParaRPr kumimoji="1" lang="ja-JP" altLang="en-US" sz="2000"/>
          </a:p>
        </p:txBody>
      </p:sp>
      <p:sp>
        <p:nvSpPr>
          <p:cNvPr id="54" name="テキスト ボックス 61">
            <a:extLst>
              <a:ext uri="{FF2B5EF4-FFF2-40B4-BE49-F238E27FC236}">
                <a16:creationId xmlns:a16="http://schemas.microsoft.com/office/drawing/2014/main" id="{E1F5C888-AD1A-2445-89CB-754B8512EE29}"/>
              </a:ext>
            </a:extLst>
          </p:cNvPr>
          <p:cNvSpPr txBox="1"/>
          <p:nvPr/>
        </p:nvSpPr>
        <p:spPr>
          <a:xfrm>
            <a:off x="5540298" y="1010077"/>
            <a:ext cx="434428" cy="334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dirty="0"/>
              <a:t>③</a:t>
            </a:r>
            <a:endParaRPr kumimoji="1" lang="ja-JP" altLang="en-US" sz="2000"/>
          </a:p>
        </p:txBody>
      </p:sp>
      <p:sp>
        <p:nvSpPr>
          <p:cNvPr id="55" name="テキスト ボックス 61">
            <a:extLst>
              <a:ext uri="{FF2B5EF4-FFF2-40B4-BE49-F238E27FC236}">
                <a16:creationId xmlns:a16="http://schemas.microsoft.com/office/drawing/2014/main" id="{7B3A44DE-ECB5-DF42-9DC7-2586103D305C}"/>
              </a:ext>
            </a:extLst>
          </p:cNvPr>
          <p:cNvSpPr txBox="1"/>
          <p:nvPr/>
        </p:nvSpPr>
        <p:spPr>
          <a:xfrm>
            <a:off x="6591558" y="3267902"/>
            <a:ext cx="434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dirty="0"/>
              <a:t>④</a:t>
            </a:r>
            <a:endParaRPr kumimoji="1" lang="ja-JP" altLang="en-US" sz="2000"/>
          </a:p>
        </p:txBody>
      </p:sp>
      <p:sp>
        <p:nvSpPr>
          <p:cNvPr id="56" name="テキスト ボックス 61">
            <a:extLst>
              <a:ext uri="{FF2B5EF4-FFF2-40B4-BE49-F238E27FC236}">
                <a16:creationId xmlns:a16="http://schemas.microsoft.com/office/drawing/2014/main" id="{2BFE10CF-B8E1-8E4A-9B7B-83367DF3010B}"/>
              </a:ext>
            </a:extLst>
          </p:cNvPr>
          <p:cNvSpPr txBox="1"/>
          <p:nvPr/>
        </p:nvSpPr>
        <p:spPr>
          <a:xfrm>
            <a:off x="5294835" y="3246266"/>
            <a:ext cx="434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dirty="0"/>
              <a:t>④</a:t>
            </a:r>
            <a:endParaRPr kumimoji="1" lang="ja-JP" altLang="en-US" sz="2000"/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0859BA84-6CF0-6D4E-B965-6AB43BEFD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024" y="2788319"/>
            <a:ext cx="356819" cy="356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>
            <a:extLst>
              <a:ext uri="{FF2B5EF4-FFF2-40B4-BE49-F238E27FC236}">
                <a16:creationId xmlns:a16="http://schemas.microsoft.com/office/drawing/2014/main" id="{04E69A88-907C-C74F-9A66-194400809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889" y="2829628"/>
            <a:ext cx="356819" cy="356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>
            <a:extLst>
              <a:ext uri="{FF2B5EF4-FFF2-40B4-BE49-F238E27FC236}">
                <a16:creationId xmlns:a16="http://schemas.microsoft.com/office/drawing/2014/main" id="{CBC4E0D5-ECDF-9F4E-B48B-18FDB2957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275" y="2851793"/>
            <a:ext cx="356819" cy="356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テキスト ボックス 61">
            <a:extLst>
              <a:ext uri="{FF2B5EF4-FFF2-40B4-BE49-F238E27FC236}">
                <a16:creationId xmlns:a16="http://schemas.microsoft.com/office/drawing/2014/main" id="{1174AC77-EAFA-9744-9182-F20E7E063F0A}"/>
              </a:ext>
            </a:extLst>
          </p:cNvPr>
          <p:cNvSpPr txBox="1"/>
          <p:nvPr/>
        </p:nvSpPr>
        <p:spPr>
          <a:xfrm>
            <a:off x="3971719" y="3098157"/>
            <a:ext cx="434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dirty="0"/>
              <a:t>④</a:t>
            </a:r>
            <a:endParaRPr kumimoji="1" lang="ja-JP" altLang="en-US" sz="2000"/>
          </a:p>
        </p:txBody>
      </p:sp>
      <p:pic>
        <p:nvPicPr>
          <p:cNvPr id="6" name="Graphic 5" descr="Users outline">
            <a:extLst>
              <a:ext uri="{FF2B5EF4-FFF2-40B4-BE49-F238E27FC236}">
                <a16:creationId xmlns:a16="http://schemas.microsoft.com/office/drawing/2014/main" id="{3F48C145-B443-BF40-A5B5-FD32161C1CD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326552" y="5121551"/>
            <a:ext cx="1163058" cy="116305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66D7A540-540F-C84E-827A-B593C136C682}"/>
              </a:ext>
            </a:extLst>
          </p:cNvPr>
          <p:cNvSpPr txBox="1"/>
          <p:nvPr/>
        </p:nvSpPr>
        <p:spPr>
          <a:xfrm>
            <a:off x="3556446" y="6063973"/>
            <a:ext cx="70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solidFill>
                  <a:schemeClr val="accent1"/>
                </a:solidFill>
              </a:rPr>
              <a:t>Users</a:t>
            </a:r>
          </a:p>
        </p:txBody>
      </p:sp>
      <p:pic>
        <p:nvPicPr>
          <p:cNvPr id="72" name="Graphic 71" descr="Users outline">
            <a:extLst>
              <a:ext uri="{FF2B5EF4-FFF2-40B4-BE49-F238E27FC236}">
                <a16:creationId xmlns:a16="http://schemas.microsoft.com/office/drawing/2014/main" id="{4F4CE9C1-FD74-5A44-BBCD-C402B4B5CAF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119788" y="5147125"/>
            <a:ext cx="1163058" cy="1163058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5CC867E4-C6BA-064F-A5B0-37E02A992EFE}"/>
              </a:ext>
            </a:extLst>
          </p:cNvPr>
          <p:cNvSpPr txBox="1"/>
          <p:nvPr/>
        </p:nvSpPr>
        <p:spPr>
          <a:xfrm>
            <a:off x="5359742" y="6063973"/>
            <a:ext cx="70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solidFill>
                  <a:schemeClr val="accent4">
                    <a:lumMod val="75000"/>
                  </a:schemeClr>
                </a:solidFill>
              </a:rPr>
              <a:t>Users</a:t>
            </a:r>
          </a:p>
        </p:txBody>
      </p:sp>
      <p:pic>
        <p:nvPicPr>
          <p:cNvPr id="74" name="Graphic 73" descr="Users outline">
            <a:extLst>
              <a:ext uri="{FF2B5EF4-FFF2-40B4-BE49-F238E27FC236}">
                <a16:creationId xmlns:a16="http://schemas.microsoft.com/office/drawing/2014/main" id="{AF76C65E-373D-494E-934C-86EFB1F350C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924380" y="5120136"/>
            <a:ext cx="1163058" cy="116305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65B3F6D0-3E03-6449-8611-14A9DEBC4F41}"/>
              </a:ext>
            </a:extLst>
          </p:cNvPr>
          <p:cNvSpPr txBox="1"/>
          <p:nvPr/>
        </p:nvSpPr>
        <p:spPr>
          <a:xfrm>
            <a:off x="7160651" y="6014557"/>
            <a:ext cx="70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solidFill>
                  <a:schemeClr val="accent6">
                    <a:lumMod val="75000"/>
                  </a:schemeClr>
                </a:solidFill>
              </a:rPr>
              <a:t>Users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A6C4DB9-544C-DF43-87B0-9B94FEF82487}"/>
              </a:ext>
            </a:extLst>
          </p:cNvPr>
          <p:cNvCxnSpPr>
            <a:cxnSpLocks/>
          </p:cNvCxnSpPr>
          <p:nvPr/>
        </p:nvCxnSpPr>
        <p:spPr>
          <a:xfrm>
            <a:off x="7507589" y="5173213"/>
            <a:ext cx="0" cy="30062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88AA67E-D1AC-CD4D-8828-536640E76886}"/>
              </a:ext>
            </a:extLst>
          </p:cNvPr>
          <p:cNvCxnSpPr>
            <a:cxnSpLocks/>
          </p:cNvCxnSpPr>
          <p:nvPr/>
        </p:nvCxnSpPr>
        <p:spPr>
          <a:xfrm>
            <a:off x="5701317" y="5152893"/>
            <a:ext cx="0" cy="30062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4C43429-BC62-4948-8543-A8CF8578A350}"/>
              </a:ext>
            </a:extLst>
          </p:cNvPr>
          <p:cNvCxnSpPr>
            <a:cxnSpLocks/>
          </p:cNvCxnSpPr>
          <p:nvPr/>
        </p:nvCxnSpPr>
        <p:spPr>
          <a:xfrm>
            <a:off x="3917618" y="5152893"/>
            <a:ext cx="0" cy="3006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021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entagon 96">
            <a:extLst>
              <a:ext uri="{FF2B5EF4-FFF2-40B4-BE49-F238E27FC236}">
                <a16:creationId xmlns:a16="http://schemas.microsoft.com/office/drawing/2014/main" id="{E0D9286A-91BE-D04C-8EFE-633B6F609812}"/>
              </a:ext>
            </a:extLst>
          </p:cNvPr>
          <p:cNvSpPr/>
          <p:nvPr/>
        </p:nvSpPr>
        <p:spPr>
          <a:xfrm rot="5400000">
            <a:off x="6040138" y="5709995"/>
            <a:ext cx="832393" cy="145504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Pentagon 97">
            <a:extLst>
              <a:ext uri="{FF2B5EF4-FFF2-40B4-BE49-F238E27FC236}">
                <a16:creationId xmlns:a16="http://schemas.microsoft.com/office/drawing/2014/main" id="{3666BF57-62BC-6145-83A6-C718E16AE365}"/>
              </a:ext>
            </a:extLst>
          </p:cNvPr>
          <p:cNvSpPr/>
          <p:nvPr/>
        </p:nvSpPr>
        <p:spPr>
          <a:xfrm rot="5400000">
            <a:off x="5136922" y="5709995"/>
            <a:ext cx="832393" cy="145504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CBF57FBB-335D-6F40-9CFF-1C2CD8158A6E}"/>
              </a:ext>
            </a:extLst>
          </p:cNvPr>
          <p:cNvSpPr/>
          <p:nvPr/>
        </p:nvSpPr>
        <p:spPr>
          <a:xfrm rot="5400000">
            <a:off x="7439529" y="4334559"/>
            <a:ext cx="626846" cy="173120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4B47554-C4AC-FE4D-93FE-1E037CD2B1B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374950" y="6240709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mtClean="0"/>
              <a:t>21</a:t>
            </a:fld>
            <a:endParaRPr lang="uk-UA" dirty="0"/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7BFBE53F-6B9A-3240-8AFE-00D2F4D2DC1A}"/>
              </a:ext>
            </a:extLst>
          </p:cNvPr>
          <p:cNvSpPr/>
          <p:nvPr/>
        </p:nvSpPr>
        <p:spPr>
          <a:xfrm rot="842134">
            <a:off x="4017766" y="5078295"/>
            <a:ext cx="832393" cy="145504"/>
          </a:xfrm>
          <a:prstGeom prst="homePlat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2A714848-CCBD-3441-9C97-0EFF0B8F1853}"/>
              </a:ext>
            </a:extLst>
          </p:cNvPr>
          <p:cNvSpPr/>
          <p:nvPr/>
        </p:nvSpPr>
        <p:spPr>
          <a:xfrm rot="9679595">
            <a:off x="6917746" y="5028994"/>
            <a:ext cx="832393" cy="145504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lded Corner 5">
            <a:extLst>
              <a:ext uri="{FF2B5EF4-FFF2-40B4-BE49-F238E27FC236}">
                <a16:creationId xmlns:a16="http://schemas.microsoft.com/office/drawing/2014/main" id="{F63A8ADE-3908-144B-812E-03CA79C9CF13}"/>
              </a:ext>
            </a:extLst>
          </p:cNvPr>
          <p:cNvSpPr/>
          <p:nvPr/>
        </p:nvSpPr>
        <p:spPr>
          <a:xfrm>
            <a:off x="7236940" y="4750627"/>
            <a:ext cx="1008342" cy="45526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avg</a:t>
            </a:r>
            <a:br>
              <a:rPr lang="en-US" sz="1400" dirty="0"/>
            </a:br>
            <a:r>
              <a:rPr lang="en-US" sz="1400" dirty="0"/>
              <a:t>en feature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64D51889-2F7D-8547-B979-756401948BC9}"/>
              </a:ext>
            </a:extLst>
          </p:cNvPr>
          <p:cNvSpPr/>
          <p:nvPr/>
        </p:nvSpPr>
        <p:spPr>
          <a:xfrm rot="5400000">
            <a:off x="3807269" y="4363927"/>
            <a:ext cx="666161" cy="165244"/>
          </a:xfrm>
          <a:prstGeom prst="homePlat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58E9351-E5C3-C24F-9F3A-DE3B20BBE2AE}"/>
              </a:ext>
            </a:extLst>
          </p:cNvPr>
          <p:cNvGrpSpPr/>
          <p:nvPr/>
        </p:nvGrpSpPr>
        <p:grpSpPr>
          <a:xfrm>
            <a:off x="3539668" y="3423959"/>
            <a:ext cx="1210058" cy="945457"/>
            <a:chOff x="10020767" y="4692980"/>
            <a:chExt cx="1210058" cy="945457"/>
          </a:xfrm>
        </p:grpSpPr>
        <p:sp>
          <p:nvSpPr>
            <p:cNvPr id="9" name="Folded Corner 8">
              <a:extLst>
                <a:ext uri="{FF2B5EF4-FFF2-40B4-BE49-F238E27FC236}">
                  <a16:creationId xmlns:a16="http://schemas.microsoft.com/office/drawing/2014/main" id="{B0116A38-5A02-A642-B385-BC8710FA9D65}"/>
                </a:ext>
              </a:extLst>
            </p:cNvPr>
            <p:cNvSpPr/>
            <p:nvPr/>
          </p:nvSpPr>
          <p:spPr>
            <a:xfrm>
              <a:off x="10809080" y="5091511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10" name="Folded Corner 9">
              <a:extLst>
                <a:ext uri="{FF2B5EF4-FFF2-40B4-BE49-F238E27FC236}">
                  <a16:creationId xmlns:a16="http://schemas.microsoft.com/office/drawing/2014/main" id="{29629678-A5F5-3948-81B6-D1D617245311}"/>
                </a:ext>
              </a:extLst>
            </p:cNvPr>
            <p:cNvSpPr/>
            <p:nvPr/>
          </p:nvSpPr>
          <p:spPr>
            <a:xfrm>
              <a:off x="10712990" y="5201405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11" name="Folded Corner 10">
              <a:extLst>
                <a:ext uri="{FF2B5EF4-FFF2-40B4-BE49-F238E27FC236}">
                  <a16:creationId xmlns:a16="http://schemas.microsoft.com/office/drawing/2014/main" id="{B3755C8A-81C8-6D40-8722-E9CC890A3A78}"/>
                </a:ext>
              </a:extLst>
            </p:cNvPr>
            <p:cNvSpPr/>
            <p:nvPr/>
          </p:nvSpPr>
          <p:spPr>
            <a:xfrm>
              <a:off x="10645686" y="5210960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12" name="Folded Corner 11">
              <a:extLst>
                <a:ext uri="{FF2B5EF4-FFF2-40B4-BE49-F238E27FC236}">
                  <a16:creationId xmlns:a16="http://schemas.microsoft.com/office/drawing/2014/main" id="{AB2909B4-837B-304C-90DD-F6B81C026C20}"/>
                </a:ext>
              </a:extLst>
            </p:cNvPr>
            <p:cNvSpPr/>
            <p:nvPr/>
          </p:nvSpPr>
          <p:spPr>
            <a:xfrm>
              <a:off x="10564748" y="5201405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13" name="Folded Corner 12">
              <a:extLst>
                <a:ext uri="{FF2B5EF4-FFF2-40B4-BE49-F238E27FC236}">
                  <a16:creationId xmlns:a16="http://schemas.microsoft.com/office/drawing/2014/main" id="{B86121CA-386A-A048-B300-288DB16F5968}"/>
                </a:ext>
              </a:extLst>
            </p:cNvPr>
            <p:cNvSpPr/>
            <p:nvPr/>
          </p:nvSpPr>
          <p:spPr>
            <a:xfrm>
              <a:off x="10482866" y="5213048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14" name="Folded Corner 13">
              <a:extLst>
                <a:ext uri="{FF2B5EF4-FFF2-40B4-BE49-F238E27FC236}">
                  <a16:creationId xmlns:a16="http://schemas.microsoft.com/office/drawing/2014/main" id="{EEB49B7C-C485-8B4D-829C-931606DE9765}"/>
                </a:ext>
              </a:extLst>
            </p:cNvPr>
            <p:cNvSpPr/>
            <p:nvPr/>
          </p:nvSpPr>
          <p:spPr>
            <a:xfrm>
              <a:off x="10401928" y="5203493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15" name="Folded Corner 14">
              <a:extLst>
                <a:ext uri="{FF2B5EF4-FFF2-40B4-BE49-F238E27FC236}">
                  <a16:creationId xmlns:a16="http://schemas.microsoft.com/office/drawing/2014/main" id="{F31A8BBA-BB75-BC41-B598-64B7F874F033}"/>
                </a:ext>
              </a:extLst>
            </p:cNvPr>
            <p:cNvSpPr/>
            <p:nvPr/>
          </p:nvSpPr>
          <p:spPr>
            <a:xfrm>
              <a:off x="10334624" y="5213048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16" name="Folded Corner 15">
              <a:extLst>
                <a:ext uri="{FF2B5EF4-FFF2-40B4-BE49-F238E27FC236}">
                  <a16:creationId xmlns:a16="http://schemas.microsoft.com/office/drawing/2014/main" id="{42CBED48-54F8-A844-949C-DE0DAE600D43}"/>
                </a:ext>
              </a:extLst>
            </p:cNvPr>
            <p:cNvSpPr/>
            <p:nvPr/>
          </p:nvSpPr>
          <p:spPr>
            <a:xfrm>
              <a:off x="10128343" y="5239353"/>
              <a:ext cx="556053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ja</a:t>
              </a:r>
              <a:br>
                <a:rPr lang="en-US" sz="1200" dirty="0"/>
              </a:br>
              <a:r>
                <a:rPr lang="en-US" sz="1200" dirty="0"/>
                <a:t>f30</a:t>
              </a:r>
            </a:p>
          </p:txBody>
        </p:sp>
        <p:sp>
          <p:nvSpPr>
            <p:cNvPr id="17" name="Folded Corner 16">
              <a:extLst>
                <a:ext uri="{FF2B5EF4-FFF2-40B4-BE49-F238E27FC236}">
                  <a16:creationId xmlns:a16="http://schemas.microsoft.com/office/drawing/2014/main" id="{19CA0BDB-A43C-754B-A1DE-A75039A2BC51}"/>
                </a:ext>
              </a:extLst>
            </p:cNvPr>
            <p:cNvSpPr/>
            <p:nvPr/>
          </p:nvSpPr>
          <p:spPr>
            <a:xfrm>
              <a:off x="10742446" y="5015709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18" name="Folded Corner 17">
              <a:extLst>
                <a:ext uri="{FF2B5EF4-FFF2-40B4-BE49-F238E27FC236}">
                  <a16:creationId xmlns:a16="http://schemas.microsoft.com/office/drawing/2014/main" id="{35577B5A-D1C6-7745-ADFE-77DD59CCD547}"/>
                </a:ext>
              </a:extLst>
            </p:cNvPr>
            <p:cNvSpPr/>
            <p:nvPr/>
          </p:nvSpPr>
          <p:spPr>
            <a:xfrm>
              <a:off x="10675142" y="5025264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19" name="Folded Corner 18">
              <a:extLst>
                <a:ext uri="{FF2B5EF4-FFF2-40B4-BE49-F238E27FC236}">
                  <a16:creationId xmlns:a16="http://schemas.microsoft.com/office/drawing/2014/main" id="{FD956FE4-F96E-0A40-9146-9D347CAB2997}"/>
                </a:ext>
              </a:extLst>
            </p:cNvPr>
            <p:cNvSpPr/>
            <p:nvPr/>
          </p:nvSpPr>
          <p:spPr>
            <a:xfrm>
              <a:off x="10594204" y="5015709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20" name="Folded Corner 19">
              <a:extLst>
                <a:ext uri="{FF2B5EF4-FFF2-40B4-BE49-F238E27FC236}">
                  <a16:creationId xmlns:a16="http://schemas.microsoft.com/office/drawing/2014/main" id="{48595893-86B5-D949-817E-21366D49141D}"/>
                </a:ext>
              </a:extLst>
            </p:cNvPr>
            <p:cNvSpPr/>
            <p:nvPr/>
          </p:nvSpPr>
          <p:spPr>
            <a:xfrm>
              <a:off x="10512322" y="5027352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21" name="Folded Corner 20">
              <a:extLst>
                <a:ext uri="{FF2B5EF4-FFF2-40B4-BE49-F238E27FC236}">
                  <a16:creationId xmlns:a16="http://schemas.microsoft.com/office/drawing/2014/main" id="{232EDA58-CF8B-7B46-8035-3DF79F467214}"/>
                </a:ext>
              </a:extLst>
            </p:cNvPr>
            <p:cNvSpPr/>
            <p:nvPr/>
          </p:nvSpPr>
          <p:spPr>
            <a:xfrm>
              <a:off x="10431384" y="5017797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22" name="Folded Corner 21">
              <a:extLst>
                <a:ext uri="{FF2B5EF4-FFF2-40B4-BE49-F238E27FC236}">
                  <a16:creationId xmlns:a16="http://schemas.microsoft.com/office/drawing/2014/main" id="{5351F441-CBB0-AE41-8698-8DD2AE57CAB1}"/>
                </a:ext>
              </a:extLst>
            </p:cNvPr>
            <p:cNvSpPr/>
            <p:nvPr/>
          </p:nvSpPr>
          <p:spPr>
            <a:xfrm>
              <a:off x="10364080" y="5027352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23" name="Folded Corner 22">
              <a:extLst>
                <a:ext uri="{FF2B5EF4-FFF2-40B4-BE49-F238E27FC236}">
                  <a16:creationId xmlns:a16="http://schemas.microsoft.com/office/drawing/2014/main" id="{E09458CA-6866-4B45-82B2-05B1A1E3F0F4}"/>
                </a:ext>
              </a:extLst>
            </p:cNvPr>
            <p:cNvSpPr/>
            <p:nvPr/>
          </p:nvSpPr>
          <p:spPr>
            <a:xfrm>
              <a:off x="10171804" y="4990902"/>
              <a:ext cx="533083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/>
              </a:br>
              <a:r>
                <a:rPr lang="en-US" sz="1200"/>
                <a:t>f16</a:t>
              </a:r>
              <a:endParaRPr lang="en-US" sz="1200" dirty="0"/>
            </a:p>
          </p:txBody>
        </p:sp>
        <p:sp>
          <p:nvSpPr>
            <p:cNvPr id="24" name="Folded Corner 23">
              <a:extLst>
                <a:ext uri="{FF2B5EF4-FFF2-40B4-BE49-F238E27FC236}">
                  <a16:creationId xmlns:a16="http://schemas.microsoft.com/office/drawing/2014/main" id="{400FF918-2811-6841-B03A-5870A02C2F99}"/>
                </a:ext>
              </a:extLst>
            </p:cNvPr>
            <p:cNvSpPr/>
            <p:nvPr/>
          </p:nvSpPr>
          <p:spPr>
            <a:xfrm>
              <a:off x="10701504" y="4768782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25" name="Folded Corner 24">
              <a:extLst>
                <a:ext uri="{FF2B5EF4-FFF2-40B4-BE49-F238E27FC236}">
                  <a16:creationId xmlns:a16="http://schemas.microsoft.com/office/drawing/2014/main" id="{C4F9E805-8289-2B4E-A330-E2687F1CBE85}"/>
                </a:ext>
              </a:extLst>
            </p:cNvPr>
            <p:cNvSpPr/>
            <p:nvPr/>
          </p:nvSpPr>
          <p:spPr>
            <a:xfrm>
              <a:off x="10605414" y="4878676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26" name="Folded Corner 25">
              <a:extLst>
                <a:ext uri="{FF2B5EF4-FFF2-40B4-BE49-F238E27FC236}">
                  <a16:creationId xmlns:a16="http://schemas.microsoft.com/office/drawing/2014/main" id="{C5A1AAB5-0C18-C84E-9F28-CADA781621A8}"/>
                </a:ext>
              </a:extLst>
            </p:cNvPr>
            <p:cNvSpPr/>
            <p:nvPr/>
          </p:nvSpPr>
          <p:spPr>
            <a:xfrm>
              <a:off x="10538110" y="4888231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27" name="Folded Corner 26">
              <a:extLst>
                <a:ext uri="{FF2B5EF4-FFF2-40B4-BE49-F238E27FC236}">
                  <a16:creationId xmlns:a16="http://schemas.microsoft.com/office/drawing/2014/main" id="{0BD5250F-39D0-7C40-9929-D2D61F953BF7}"/>
                </a:ext>
              </a:extLst>
            </p:cNvPr>
            <p:cNvSpPr/>
            <p:nvPr/>
          </p:nvSpPr>
          <p:spPr>
            <a:xfrm>
              <a:off x="10457172" y="4878676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28" name="Folded Corner 27">
              <a:extLst>
                <a:ext uri="{FF2B5EF4-FFF2-40B4-BE49-F238E27FC236}">
                  <a16:creationId xmlns:a16="http://schemas.microsoft.com/office/drawing/2014/main" id="{CA838B3C-3CCE-154A-87B0-D7B06E4FE1B5}"/>
                </a:ext>
              </a:extLst>
            </p:cNvPr>
            <p:cNvSpPr/>
            <p:nvPr/>
          </p:nvSpPr>
          <p:spPr>
            <a:xfrm>
              <a:off x="10375290" y="4890319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29" name="Folded Corner 28">
              <a:extLst>
                <a:ext uri="{FF2B5EF4-FFF2-40B4-BE49-F238E27FC236}">
                  <a16:creationId xmlns:a16="http://schemas.microsoft.com/office/drawing/2014/main" id="{7B18E960-098C-F946-8752-79CE3206075E}"/>
                </a:ext>
              </a:extLst>
            </p:cNvPr>
            <p:cNvSpPr/>
            <p:nvPr/>
          </p:nvSpPr>
          <p:spPr>
            <a:xfrm>
              <a:off x="10294352" y="4880764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30" name="Folded Corner 29">
              <a:extLst>
                <a:ext uri="{FF2B5EF4-FFF2-40B4-BE49-F238E27FC236}">
                  <a16:creationId xmlns:a16="http://schemas.microsoft.com/office/drawing/2014/main" id="{2D6563EE-CE52-7B4B-A498-7376B14CBC73}"/>
                </a:ext>
              </a:extLst>
            </p:cNvPr>
            <p:cNvSpPr/>
            <p:nvPr/>
          </p:nvSpPr>
          <p:spPr>
            <a:xfrm>
              <a:off x="10227048" y="4890319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31" name="Folded Corner 30">
              <a:extLst>
                <a:ext uri="{FF2B5EF4-FFF2-40B4-BE49-F238E27FC236}">
                  <a16:creationId xmlns:a16="http://schemas.microsoft.com/office/drawing/2014/main" id="{DE9D6285-B463-0A4D-AAC8-51E89E67309F}"/>
                </a:ext>
              </a:extLst>
            </p:cNvPr>
            <p:cNvSpPr/>
            <p:nvPr/>
          </p:nvSpPr>
          <p:spPr>
            <a:xfrm>
              <a:off x="10020767" y="4916624"/>
              <a:ext cx="556053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ja</a:t>
              </a:r>
              <a:br>
                <a:rPr lang="en-US" sz="1200" dirty="0"/>
              </a:br>
              <a:r>
                <a:rPr lang="en-US" sz="1200" dirty="0"/>
                <a:t>f15</a:t>
              </a:r>
            </a:p>
          </p:txBody>
        </p:sp>
        <p:sp>
          <p:nvSpPr>
            <p:cNvPr id="32" name="Folded Corner 31">
              <a:extLst>
                <a:ext uri="{FF2B5EF4-FFF2-40B4-BE49-F238E27FC236}">
                  <a16:creationId xmlns:a16="http://schemas.microsoft.com/office/drawing/2014/main" id="{B5A3ABA2-DE27-DD41-8F99-EDD4C76231E3}"/>
                </a:ext>
              </a:extLst>
            </p:cNvPr>
            <p:cNvSpPr/>
            <p:nvPr/>
          </p:nvSpPr>
          <p:spPr>
            <a:xfrm>
              <a:off x="10634870" y="4692980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33" name="Folded Corner 32">
              <a:extLst>
                <a:ext uri="{FF2B5EF4-FFF2-40B4-BE49-F238E27FC236}">
                  <a16:creationId xmlns:a16="http://schemas.microsoft.com/office/drawing/2014/main" id="{E877F0A5-00FE-C143-ACD7-065102235C83}"/>
                </a:ext>
              </a:extLst>
            </p:cNvPr>
            <p:cNvSpPr/>
            <p:nvPr/>
          </p:nvSpPr>
          <p:spPr>
            <a:xfrm>
              <a:off x="10567566" y="4702535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34" name="Folded Corner 33">
              <a:extLst>
                <a:ext uri="{FF2B5EF4-FFF2-40B4-BE49-F238E27FC236}">
                  <a16:creationId xmlns:a16="http://schemas.microsoft.com/office/drawing/2014/main" id="{D2182C93-52B2-604B-ACF9-B3C178708538}"/>
                </a:ext>
              </a:extLst>
            </p:cNvPr>
            <p:cNvSpPr/>
            <p:nvPr/>
          </p:nvSpPr>
          <p:spPr>
            <a:xfrm>
              <a:off x="10486628" y="4692980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35" name="Folded Corner 34">
              <a:extLst>
                <a:ext uri="{FF2B5EF4-FFF2-40B4-BE49-F238E27FC236}">
                  <a16:creationId xmlns:a16="http://schemas.microsoft.com/office/drawing/2014/main" id="{34D913B5-6661-864C-9399-80CA5B9C6E5A}"/>
                </a:ext>
              </a:extLst>
            </p:cNvPr>
            <p:cNvSpPr/>
            <p:nvPr/>
          </p:nvSpPr>
          <p:spPr>
            <a:xfrm>
              <a:off x="10404746" y="4704623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36" name="Folded Corner 35">
              <a:extLst>
                <a:ext uri="{FF2B5EF4-FFF2-40B4-BE49-F238E27FC236}">
                  <a16:creationId xmlns:a16="http://schemas.microsoft.com/office/drawing/2014/main" id="{5C035A3E-4072-D149-AFFB-CD70D0987254}"/>
                </a:ext>
              </a:extLst>
            </p:cNvPr>
            <p:cNvSpPr/>
            <p:nvPr/>
          </p:nvSpPr>
          <p:spPr>
            <a:xfrm>
              <a:off x="10323808" y="4695068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37" name="Folded Corner 36">
              <a:extLst>
                <a:ext uri="{FF2B5EF4-FFF2-40B4-BE49-F238E27FC236}">
                  <a16:creationId xmlns:a16="http://schemas.microsoft.com/office/drawing/2014/main" id="{41553EA9-02C1-5D43-92F4-2E0D453B3690}"/>
                </a:ext>
              </a:extLst>
            </p:cNvPr>
            <p:cNvSpPr/>
            <p:nvPr/>
          </p:nvSpPr>
          <p:spPr>
            <a:xfrm>
              <a:off x="10256504" y="4704623"/>
              <a:ext cx="421745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ja</a:t>
              </a:r>
              <a:br>
                <a:rPr lang="en-US" sz="1200" dirty="0"/>
              </a:br>
              <a:r>
                <a:rPr lang="en-US" sz="1200" dirty="0"/>
                <a:t>f2</a:t>
              </a:r>
            </a:p>
          </p:txBody>
        </p:sp>
        <p:sp>
          <p:nvSpPr>
            <p:cNvPr id="38" name="Folded Corner 37">
              <a:extLst>
                <a:ext uri="{FF2B5EF4-FFF2-40B4-BE49-F238E27FC236}">
                  <a16:creationId xmlns:a16="http://schemas.microsoft.com/office/drawing/2014/main" id="{F595448B-EA9B-1648-882C-DA259B00FC06}"/>
                </a:ext>
              </a:extLst>
            </p:cNvPr>
            <p:cNvSpPr/>
            <p:nvPr/>
          </p:nvSpPr>
          <p:spPr>
            <a:xfrm>
              <a:off x="10077403" y="4822752"/>
              <a:ext cx="533083" cy="399084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ja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</p:grpSp>
      <p:sp>
        <p:nvSpPr>
          <p:cNvPr id="39" name="Pentagon 38">
            <a:extLst>
              <a:ext uri="{FF2B5EF4-FFF2-40B4-BE49-F238E27FC236}">
                <a16:creationId xmlns:a16="http://schemas.microsoft.com/office/drawing/2014/main" id="{4299D0B5-8F83-9B4E-822F-9671CFF60259}"/>
              </a:ext>
            </a:extLst>
          </p:cNvPr>
          <p:cNvSpPr/>
          <p:nvPr/>
        </p:nvSpPr>
        <p:spPr>
          <a:xfrm rot="5400000">
            <a:off x="3616371" y="2861318"/>
            <a:ext cx="952961" cy="192610"/>
          </a:xfrm>
          <a:prstGeom prst="homePlat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entagon 39">
            <a:extLst>
              <a:ext uri="{FF2B5EF4-FFF2-40B4-BE49-F238E27FC236}">
                <a16:creationId xmlns:a16="http://schemas.microsoft.com/office/drawing/2014/main" id="{EF0DF73B-AA15-BB40-BEB5-7F381E93900E}"/>
              </a:ext>
            </a:extLst>
          </p:cNvPr>
          <p:cNvSpPr/>
          <p:nvPr/>
        </p:nvSpPr>
        <p:spPr>
          <a:xfrm rot="5400000">
            <a:off x="7288350" y="2761845"/>
            <a:ext cx="1062602" cy="185745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entagon 40">
            <a:extLst>
              <a:ext uri="{FF2B5EF4-FFF2-40B4-BE49-F238E27FC236}">
                <a16:creationId xmlns:a16="http://schemas.microsoft.com/office/drawing/2014/main" id="{DACF3683-BDF0-AF40-8EE5-64538D99D6FC}"/>
              </a:ext>
            </a:extLst>
          </p:cNvPr>
          <p:cNvSpPr/>
          <p:nvPr/>
        </p:nvSpPr>
        <p:spPr>
          <a:xfrm rot="3306688">
            <a:off x="7046102" y="808606"/>
            <a:ext cx="1240528" cy="185491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entagon 41">
            <a:extLst>
              <a:ext uri="{FF2B5EF4-FFF2-40B4-BE49-F238E27FC236}">
                <a16:creationId xmlns:a16="http://schemas.microsoft.com/office/drawing/2014/main" id="{EE1BFB6D-B7B8-604F-AB28-4266CD1F7550}"/>
              </a:ext>
            </a:extLst>
          </p:cNvPr>
          <p:cNvSpPr/>
          <p:nvPr/>
        </p:nvSpPr>
        <p:spPr>
          <a:xfrm rot="7243230">
            <a:off x="3628870" y="857217"/>
            <a:ext cx="1062602" cy="185745"/>
          </a:xfrm>
          <a:prstGeom prst="homePlat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8E01FBA-6001-F44D-BC28-9A393D6283BC}"/>
              </a:ext>
            </a:extLst>
          </p:cNvPr>
          <p:cNvSpPr/>
          <p:nvPr/>
        </p:nvSpPr>
        <p:spPr>
          <a:xfrm>
            <a:off x="7202139" y="727380"/>
            <a:ext cx="2043235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sz="1600" dirty="0"/>
              <a:t>Search for images</a:t>
            </a:r>
          </a:p>
          <a:p>
            <a:r>
              <a:rPr lang="en-US" altLang="ja-JP" sz="1600" dirty="0"/>
              <a:t> of “Dumplings”</a:t>
            </a:r>
            <a:endParaRPr lang="en-US" sz="16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9BD282-EA12-4D49-A82E-BB95865AD87B}"/>
              </a:ext>
            </a:extLst>
          </p:cNvPr>
          <p:cNvSpPr/>
          <p:nvPr/>
        </p:nvSpPr>
        <p:spPr>
          <a:xfrm>
            <a:off x="3214006" y="757289"/>
            <a:ext cx="1728845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sz="1600" dirty="0"/>
              <a:t>Search for images </a:t>
            </a:r>
          </a:p>
          <a:p>
            <a:r>
              <a:rPr lang="en-US" altLang="ja-JP" sz="1600" dirty="0"/>
              <a:t>of“</a:t>
            </a:r>
            <a:r>
              <a:rPr lang="ja-JP" altLang="en-US" sz="1600"/>
              <a:t>団子</a:t>
            </a:r>
            <a:r>
              <a:rPr lang="en-US" altLang="ja-JP" sz="1600" dirty="0"/>
              <a:t>”</a:t>
            </a:r>
            <a:endParaRPr lang="en-US" sz="16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61F3FB7-4093-254C-9E87-35C02DC6B0E8}"/>
              </a:ext>
            </a:extLst>
          </p:cNvPr>
          <p:cNvSpPr/>
          <p:nvPr/>
        </p:nvSpPr>
        <p:spPr>
          <a:xfrm>
            <a:off x="3095765" y="2968141"/>
            <a:ext cx="5543285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spAutoFit/>
          </a:bodyPr>
          <a:lstStyle/>
          <a:p>
            <a:pPr algn="ctr"/>
            <a:r>
              <a:rPr lang="en-US" altLang="ja-JP" sz="1600" dirty="0"/>
              <a:t>Extract image features for each image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0DB825F-0E75-D648-BFA9-99321D4A222E}"/>
              </a:ext>
            </a:extLst>
          </p:cNvPr>
          <p:cNvGrpSpPr/>
          <p:nvPr/>
        </p:nvGrpSpPr>
        <p:grpSpPr>
          <a:xfrm>
            <a:off x="7242518" y="3472797"/>
            <a:ext cx="1102482" cy="647535"/>
            <a:chOff x="7420999" y="4955047"/>
            <a:chExt cx="1102482" cy="647535"/>
          </a:xfrm>
        </p:grpSpPr>
        <p:sp>
          <p:nvSpPr>
            <p:cNvPr id="47" name="Folded Corner 46">
              <a:extLst>
                <a:ext uri="{FF2B5EF4-FFF2-40B4-BE49-F238E27FC236}">
                  <a16:creationId xmlns:a16="http://schemas.microsoft.com/office/drawing/2014/main" id="{9A20B25B-9F43-614C-A3E5-7B395662A237}"/>
                </a:ext>
              </a:extLst>
            </p:cNvPr>
            <p:cNvSpPr/>
            <p:nvPr/>
          </p:nvSpPr>
          <p:spPr>
            <a:xfrm>
              <a:off x="8101736" y="5055656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</a:t>
              </a:r>
              <a:br>
                <a:rPr lang="en-US" dirty="0"/>
              </a:br>
              <a:r>
                <a:rPr lang="en-US" dirty="0"/>
                <a:t>f1</a:t>
              </a:r>
            </a:p>
          </p:txBody>
        </p:sp>
        <p:sp>
          <p:nvSpPr>
            <p:cNvPr id="48" name="Folded Corner 47">
              <a:extLst>
                <a:ext uri="{FF2B5EF4-FFF2-40B4-BE49-F238E27FC236}">
                  <a16:creationId xmlns:a16="http://schemas.microsoft.com/office/drawing/2014/main" id="{5CB92433-4BD1-4849-93BC-97B830564967}"/>
                </a:ext>
              </a:extLst>
            </p:cNvPr>
            <p:cNvSpPr/>
            <p:nvPr/>
          </p:nvSpPr>
          <p:spPr>
            <a:xfrm>
              <a:off x="8005646" y="5165550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</a:t>
              </a:r>
              <a:br>
                <a:rPr lang="en-US" dirty="0"/>
              </a:br>
              <a:r>
                <a:rPr lang="en-US" dirty="0"/>
                <a:t>f1</a:t>
              </a:r>
            </a:p>
          </p:txBody>
        </p:sp>
        <p:sp>
          <p:nvSpPr>
            <p:cNvPr id="49" name="Folded Corner 48">
              <a:extLst>
                <a:ext uri="{FF2B5EF4-FFF2-40B4-BE49-F238E27FC236}">
                  <a16:creationId xmlns:a16="http://schemas.microsoft.com/office/drawing/2014/main" id="{DCC5CF7D-4F22-A34A-8ABE-6D6615BF8DFE}"/>
                </a:ext>
              </a:extLst>
            </p:cNvPr>
            <p:cNvSpPr/>
            <p:nvPr/>
          </p:nvSpPr>
          <p:spPr>
            <a:xfrm>
              <a:off x="7938342" y="5175105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</a:t>
              </a:r>
              <a:br>
                <a:rPr lang="en-US" dirty="0"/>
              </a:br>
              <a:r>
                <a:rPr lang="en-US" dirty="0"/>
                <a:t>f1</a:t>
              </a:r>
            </a:p>
          </p:txBody>
        </p:sp>
        <p:sp>
          <p:nvSpPr>
            <p:cNvPr id="50" name="Folded Corner 49">
              <a:extLst>
                <a:ext uri="{FF2B5EF4-FFF2-40B4-BE49-F238E27FC236}">
                  <a16:creationId xmlns:a16="http://schemas.microsoft.com/office/drawing/2014/main" id="{3AADEB3A-7621-5245-88F8-9E0299E35D9C}"/>
                </a:ext>
              </a:extLst>
            </p:cNvPr>
            <p:cNvSpPr/>
            <p:nvPr/>
          </p:nvSpPr>
          <p:spPr>
            <a:xfrm>
              <a:off x="7857404" y="5165550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</a:t>
              </a:r>
              <a:br>
                <a:rPr lang="en-US" dirty="0"/>
              </a:br>
              <a:r>
                <a:rPr lang="en-US" dirty="0"/>
                <a:t>f1</a:t>
              </a:r>
            </a:p>
          </p:txBody>
        </p:sp>
        <p:sp>
          <p:nvSpPr>
            <p:cNvPr id="51" name="Folded Corner 50">
              <a:extLst>
                <a:ext uri="{FF2B5EF4-FFF2-40B4-BE49-F238E27FC236}">
                  <a16:creationId xmlns:a16="http://schemas.microsoft.com/office/drawing/2014/main" id="{06ABF35B-1AB3-9840-BF50-7601A8B7E25B}"/>
                </a:ext>
              </a:extLst>
            </p:cNvPr>
            <p:cNvSpPr/>
            <p:nvPr/>
          </p:nvSpPr>
          <p:spPr>
            <a:xfrm>
              <a:off x="7775522" y="5177193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</a:t>
              </a:r>
              <a:br>
                <a:rPr lang="en-US" dirty="0"/>
              </a:br>
              <a:r>
                <a:rPr lang="en-US" dirty="0"/>
                <a:t>f1</a:t>
              </a:r>
            </a:p>
          </p:txBody>
        </p:sp>
        <p:sp>
          <p:nvSpPr>
            <p:cNvPr id="52" name="Folded Corner 51">
              <a:extLst>
                <a:ext uri="{FF2B5EF4-FFF2-40B4-BE49-F238E27FC236}">
                  <a16:creationId xmlns:a16="http://schemas.microsoft.com/office/drawing/2014/main" id="{4085C529-B210-5C4F-8B25-0999B368F541}"/>
                </a:ext>
              </a:extLst>
            </p:cNvPr>
            <p:cNvSpPr/>
            <p:nvPr/>
          </p:nvSpPr>
          <p:spPr>
            <a:xfrm>
              <a:off x="7694584" y="5167638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</a:t>
              </a:r>
              <a:br>
                <a:rPr lang="en-US" dirty="0"/>
              </a:br>
              <a:r>
                <a:rPr lang="en-US" dirty="0"/>
                <a:t>f1</a:t>
              </a:r>
            </a:p>
          </p:txBody>
        </p:sp>
        <p:sp>
          <p:nvSpPr>
            <p:cNvPr id="53" name="Folded Corner 52">
              <a:extLst>
                <a:ext uri="{FF2B5EF4-FFF2-40B4-BE49-F238E27FC236}">
                  <a16:creationId xmlns:a16="http://schemas.microsoft.com/office/drawing/2014/main" id="{481380DB-4C5F-3344-926C-77C63F05C044}"/>
                </a:ext>
              </a:extLst>
            </p:cNvPr>
            <p:cNvSpPr/>
            <p:nvPr/>
          </p:nvSpPr>
          <p:spPr>
            <a:xfrm>
              <a:off x="7627280" y="5177193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</a:t>
              </a:r>
              <a:br>
                <a:rPr lang="en-US" dirty="0"/>
              </a:br>
              <a:r>
                <a:rPr lang="en-US" dirty="0"/>
                <a:t>f1</a:t>
              </a:r>
            </a:p>
          </p:txBody>
        </p:sp>
        <p:sp>
          <p:nvSpPr>
            <p:cNvPr id="54" name="Folded Corner 53">
              <a:extLst>
                <a:ext uri="{FF2B5EF4-FFF2-40B4-BE49-F238E27FC236}">
                  <a16:creationId xmlns:a16="http://schemas.microsoft.com/office/drawing/2014/main" id="{F09DC375-8879-D449-8ACD-C81A8212AAE4}"/>
                </a:ext>
              </a:extLst>
            </p:cNvPr>
            <p:cNvSpPr/>
            <p:nvPr/>
          </p:nvSpPr>
          <p:spPr>
            <a:xfrm>
              <a:off x="7420999" y="5203498"/>
              <a:ext cx="556053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en</a:t>
              </a:r>
              <a:br>
                <a:rPr lang="en-US" sz="1100" dirty="0"/>
              </a:br>
              <a:r>
                <a:rPr lang="en-US" sz="1100" dirty="0"/>
                <a:t>f30</a:t>
              </a:r>
            </a:p>
          </p:txBody>
        </p:sp>
        <p:sp>
          <p:nvSpPr>
            <p:cNvPr id="55" name="Folded Corner 54">
              <a:extLst>
                <a:ext uri="{FF2B5EF4-FFF2-40B4-BE49-F238E27FC236}">
                  <a16:creationId xmlns:a16="http://schemas.microsoft.com/office/drawing/2014/main" id="{A14D2C27-A4AE-4E4B-BEED-6D1EF7EDBB95}"/>
                </a:ext>
              </a:extLst>
            </p:cNvPr>
            <p:cNvSpPr/>
            <p:nvPr/>
          </p:nvSpPr>
          <p:spPr>
            <a:xfrm>
              <a:off x="8035102" y="4979854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</a:t>
              </a:r>
              <a:br>
                <a:rPr lang="en-US" dirty="0"/>
              </a:br>
              <a:r>
                <a:rPr lang="en-US" dirty="0"/>
                <a:t>f1</a:t>
              </a:r>
            </a:p>
          </p:txBody>
        </p:sp>
        <p:sp>
          <p:nvSpPr>
            <p:cNvPr id="56" name="Folded Corner 55">
              <a:extLst>
                <a:ext uri="{FF2B5EF4-FFF2-40B4-BE49-F238E27FC236}">
                  <a16:creationId xmlns:a16="http://schemas.microsoft.com/office/drawing/2014/main" id="{6FB309B6-1002-C540-A62D-AF24E7C23E41}"/>
                </a:ext>
              </a:extLst>
            </p:cNvPr>
            <p:cNvSpPr/>
            <p:nvPr/>
          </p:nvSpPr>
          <p:spPr>
            <a:xfrm>
              <a:off x="7967798" y="4989409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</a:t>
              </a:r>
              <a:br>
                <a:rPr lang="en-US" dirty="0"/>
              </a:br>
              <a:r>
                <a:rPr lang="en-US" dirty="0"/>
                <a:t>f1</a:t>
              </a:r>
            </a:p>
          </p:txBody>
        </p:sp>
        <p:sp>
          <p:nvSpPr>
            <p:cNvPr id="57" name="Folded Corner 56">
              <a:extLst>
                <a:ext uri="{FF2B5EF4-FFF2-40B4-BE49-F238E27FC236}">
                  <a16:creationId xmlns:a16="http://schemas.microsoft.com/office/drawing/2014/main" id="{8BE4214F-533A-0B40-969A-01D316A367D4}"/>
                </a:ext>
              </a:extLst>
            </p:cNvPr>
            <p:cNvSpPr/>
            <p:nvPr/>
          </p:nvSpPr>
          <p:spPr>
            <a:xfrm>
              <a:off x="7886860" y="4979854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</a:t>
              </a:r>
              <a:br>
                <a:rPr lang="en-US" dirty="0"/>
              </a:br>
              <a:r>
                <a:rPr lang="en-US" dirty="0"/>
                <a:t>f1</a:t>
              </a:r>
            </a:p>
          </p:txBody>
        </p:sp>
        <p:sp>
          <p:nvSpPr>
            <p:cNvPr id="58" name="Folded Corner 57">
              <a:extLst>
                <a:ext uri="{FF2B5EF4-FFF2-40B4-BE49-F238E27FC236}">
                  <a16:creationId xmlns:a16="http://schemas.microsoft.com/office/drawing/2014/main" id="{F4C86E24-3D90-F74B-B22E-D0BF0FC9C74E}"/>
                </a:ext>
              </a:extLst>
            </p:cNvPr>
            <p:cNvSpPr/>
            <p:nvPr/>
          </p:nvSpPr>
          <p:spPr>
            <a:xfrm>
              <a:off x="7804978" y="4991497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</a:t>
              </a:r>
              <a:br>
                <a:rPr lang="en-US" dirty="0"/>
              </a:br>
              <a:r>
                <a:rPr lang="en-US" dirty="0"/>
                <a:t>f1</a:t>
              </a:r>
            </a:p>
          </p:txBody>
        </p:sp>
        <p:sp>
          <p:nvSpPr>
            <p:cNvPr id="59" name="Folded Corner 58">
              <a:extLst>
                <a:ext uri="{FF2B5EF4-FFF2-40B4-BE49-F238E27FC236}">
                  <a16:creationId xmlns:a16="http://schemas.microsoft.com/office/drawing/2014/main" id="{EE04BD67-8AA1-1149-856E-B3A1E7B07564}"/>
                </a:ext>
              </a:extLst>
            </p:cNvPr>
            <p:cNvSpPr/>
            <p:nvPr/>
          </p:nvSpPr>
          <p:spPr>
            <a:xfrm>
              <a:off x="7724040" y="4981942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</a:t>
              </a:r>
              <a:br>
                <a:rPr lang="en-US" dirty="0"/>
              </a:br>
              <a:r>
                <a:rPr lang="en-US" dirty="0"/>
                <a:t>f1</a:t>
              </a:r>
            </a:p>
          </p:txBody>
        </p:sp>
        <p:sp>
          <p:nvSpPr>
            <p:cNvPr id="60" name="Folded Corner 59">
              <a:extLst>
                <a:ext uri="{FF2B5EF4-FFF2-40B4-BE49-F238E27FC236}">
                  <a16:creationId xmlns:a16="http://schemas.microsoft.com/office/drawing/2014/main" id="{B990FF4D-0ED5-1D40-B4DA-56164359180F}"/>
                </a:ext>
              </a:extLst>
            </p:cNvPr>
            <p:cNvSpPr/>
            <p:nvPr/>
          </p:nvSpPr>
          <p:spPr>
            <a:xfrm>
              <a:off x="7656736" y="4991497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</a:t>
              </a:r>
              <a:br>
                <a:rPr lang="en-US" dirty="0"/>
              </a:br>
              <a:r>
                <a:rPr lang="en-US" dirty="0"/>
                <a:t>f1</a:t>
              </a:r>
            </a:p>
          </p:txBody>
        </p:sp>
        <p:sp>
          <p:nvSpPr>
            <p:cNvPr id="61" name="Folded Corner 60">
              <a:extLst>
                <a:ext uri="{FF2B5EF4-FFF2-40B4-BE49-F238E27FC236}">
                  <a16:creationId xmlns:a16="http://schemas.microsoft.com/office/drawing/2014/main" id="{D9321D7F-C149-754D-83C4-77BC7B5E2915}"/>
                </a:ext>
              </a:extLst>
            </p:cNvPr>
            <p:cNvSpPr/>
            <p:nvPr/>
          </p:nvSpPr>
          <p:spPr>
            <a:xfrm>
              <a:off x="7464460" y="4955047"/>
              <a:ext cx="533083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</a:t>
              </a:r>
              <a:br>
                <a:rPr lang="en-US"/>
              </a:br>
              <a:r>
                <a:rPr lang="en-US"/>
                <a:t>f16</a:t>
              </a:r>
              <a:endParaRPr lang="en-US" dirty="0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7E80723-75CF-8845-91CA-7C52818F837A}"/>
              </a:ext>
            </a:extLst>
          </p:cNvPr>
          <p:cNvSpPr txBox="1"/>
          <p:nvPr/>
        </p:nvSpPr>
        <p:spPr>
          <a:xfrm>
            <a:off x="6883474" y="4135928"/>
            <a:ext cx="1925436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Average features</a:t>
            </a:r>
          </a:p>
        </p:txBody>
      </p:sp>
      <p:sp>
        <p:nvSpPr>
          <p:cNvPr id="63" name="Folded Corner 62">
            <a:extLst>
              <a:ext uri="{FF2B5EF4-FFF2-40B4-BE49-F238E27FC236}">
                <a16:creationId xmlns:a16="http://schemas.microsoft.com/office/drawing/2014/main" id="{A50FE130-AFAE-F54C-97B5-6ADFC8BC09BC}"/>
              </a:ext>
            </a:extLst>
          </p:cNvPr>
          <p:cNvSpPr/>
          <p:nvPr/>
        </p:nvSpPr>
        <p:spPr>
          <a:xfrm>
            <a:off x="3644380" y="4786186"/>
            <a:ext cx="1008342" cy="431605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avg</a:t>
            </a:r>
            <a:br>
              <a:rPr lang="en-US" sz="1200" dirty="0"/>
            </a:br>
            <a:r>
              <a:rPr lang="en-US" sz="1200" dirty="0"/>
              <a:t>ja feature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A894B31-34BE-084C-9C63-3FD486ADC045}"/>
              </a:ext>
            </a:extLst>
          </p:cNvPr>
          <p:cNvSpPr txBox="1"/>
          <p:nvPr/>
        </p:nvSpPr>
        <p:spPr>
          <a:xfrm>
            <a:off x="4822449" y="5029121"/>
            <a:ext cx="2098612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Compare </a:t>
            </a:r>
            <a:r>
              <a:rPr lang="en-US" sz="1600" i="1" dirty="0" err="1"/>
              <a:t>avg</a:t>
            </a:r>
            <a:r>
              <a:rPr lang="en-US" sz="1600" i="1" dirty="0"/>
              <a:t> features</a:t>
            </a:r>
            <a:r>
              <a:rPr lang="en-US" sz="1600" dirty="0"/>
              <a:t> </a:t>
            </a:r>
          </a:p>
          <a:p>
            <a:pPr algn="ctr"/>
            <a:r>
              <a:rPr lang="en-US" sz="1600" dirty="0"/>
              <a:t>using Cosine similarity</a:t>
            </a:r>
          </a:p>
        </p:txBody>
      </p:sp>
      <p:pic>
        <p:nvPicPr>
          <p:cNvPr id="65" name="Picture 2" descr="mage result for compare">
            <a:extLst>
              <a:ext uri="{FF2B5EF4-FFF2-40B4-BE49-F238E27FC236}">
                <a16:creationId xmlns:a16="http://schemas.microsoft.com/office/drawing/2014/main" id="{D5061412-8C72-B841-A2E2-08D3B32B3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237" y="4125309"/>
            <a:ext cx="1071508" cy="1071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1204698-4BE0-2E4F-A908-A97B87F5550E}"/>
              </a:ext>
            </a:extLst>
          </p:cNvPr>
          <p:cNvSpPr txBox="1"/>
          <p:nvPr/>
        </p:nvSpPr>
        <p:spPr>
          <a:xfrm>
            <a:off x="3372356" y="4080985"/>
            <a:ext cx="1751761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Average features</a:t>
            </a:r>
          </a:p>
        </p:txBody>
      </p:sp>
      <p:pic>
        <p:nvPicPr>
          <p:cNvPr id="67" name="Picture 66" descr="Many different types of food&#10;&#10;Description automatically generated">
            <a:extLst>
              <a:ext uri="{FF2B5EF4-FFF2-40B4-BE49-F238E27FC236}">
                <a16:creationId xmlns:a16="http://schemas.microsoft.com/office/drawing/2014/main" id="{B09828EE-EB87-714C-BF8C-998CBEFA0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630" y="1329678"/>
            <a:ext cx="1541165" cy="13237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8" name="Picture 67" descr="A dish is filled with different types of food&#10;&#10;Description automatically generated">
            <a:extLst>
              <a:ext uri="{FF2B5EF4-FFF2-40B4-BE49-F238E27FC236}">
                <a16:creationId xmlns:a16="http://schemas.microsoft.com/office/drawing/2014/main" id="{77960E2B-9FEB-FA4D-8025-EB79D6D60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4683" y="1363177"/>
            <a:ext cx="1324367" cy="12863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90186152-757C-AC42-A4FC-2C08FEE3EF7B}"/>
              </a:ext>
            </a:extLst>
          </p:cNvPr>
          <p:cNvGrpSpPr/>
          <p:nvPr/>
        </p:nvGrpSpPr>
        <p:grpSpPr>
          <a:xfrm>
            <a:off x="7199631" y="3399739"/>
            <a:ext cx="1048537" cy="635768"/>
            <a:chOff x="5591781" y="5044695"/>
            <a:chExt cx="1048537" cy="635768"/>
          </a:xfrm>
        </p:grpSpPr>
        <p:sp>
          <p:nvSpPr>
            <p:cNvPr id="70" name="Folded Corner 69">
              <a:extLst>
                <a:ext uri="{FF2B5EF4-FFF2-40B4-BE49-F238E27FC236}">
                  <a16:creationId xmlns:a16="http://schemas.microsoft.com/office/drawing/2014/main" id="{F0D005EC-7102-364D-86F4-C0D0B126877A}"/>
                </a:ext>
              </a:extLst>
            </p:cNvPr>
            <p:cNvSpPr/>
            <p:nvPr/>
          </p:nvSpPr>
          <p:spPr>
            <a:xfrm>
              <a:off x="6218573" y="5281379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71" name="Folded Corner 70">
              <a:extLst>
                <a:ext uri="{FF2B5EF4-FFF2-40B4-BE49-F238E27FC236}">
                  <a16:creationId xmlns:a16="http://schemas.microsoft.com/office/drawing/2014/main" id="{92974141-FF2B-6F4C-9499-B4AFC6B022D3}"/>
                </a:ext>
              </a:extLst>
            </p:cNvPr>
            <p:cNvSpPr/>
            <p:nvPr/>
          </p:nvSpPr>
          <p:spPr>
            <a:xfrm>
              <a:off x="6123057" y="5255198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72" name="Folded Corner 71">
              <a:extLst>
                <a:ext uri="{FF2B5EF4-FFF2-40B4-BE49-F238E27FC236}">
                  <a16:creationId xmlns:a16="http://schemas.microsoft.com/office/drawing/2014/main" id="{063D6B52-A242-0543-852C-AC065CB6C752}"/>
                </a:ext>
              </a:extLst>
            </p:cNvPr>
            <p:cNvSpPr/>
            <p:nvPr/>
          </p:nvSpPr>
          <p:spPr>
            <a:xfrm>
              <a:off x="6055753" y="5264753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73" name="Folded Corner 72">
              <a:extLst>
                <a:ext uri="{FF2B5EF4-FFF2-40B4-BE49-F238E27FC236}">
                  <a16:creationId xmlns:a16="http://schemas.microsoft.com/office/drawing/2014/main" id="{71387365-E268-0041-88F6-3377478EB79E}"/>
                </a:ext>
              </a:extLst>
            </p:cNvPr>
            <p:cNvSpPr/>
            <p:nvPr/>
          </p:nvSpPr>
          <p:spPr>
            <a:xfrm>
              <a:off x="5974815" y="5255198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74" name="Folded Corner 73">
              <a:extLst>
                <a:ext uri="{FF2B5EF4-FFF2-40B4-BE49-F238E27FC236}">
                  <a16:creationId xmlns:a16="http://schemas.microsoft.com/office/drawing/2014/main" id="{D6B1405A-1F3B-4642-A198-C4A13113E63A}"/>
                </a:ext>
              </a:extLst>
            </p:cNvPr>
            <p:cNvSpPr/>
            <p:nvPr/>
          </p:nvSpPr>
          <p:spPr>
            <a:xfrm>
              <a:off x="5892933" y="5266841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75" name="Folded Corner 74">
              <a:extLst>
                <a:ext uri="{FF2B5EF4-FFF2-40B4-BE49-F238E27FC236}">
                  <a16:creationId xmlns:a16="http://schemas.microsoft.com/office/drawing/2014/main" id="{7B9E0BF3-25F8-5F46-8D2F-66C5878C7503}"/>
                </a:ext>
              </a:extLst>
            </p:cNvPr>
            <p:cNvSpPr/>
            <p:nvPr/>
          </p:nvSpPr>
          <p:spPr>
            <a:xfrm>
              <a:off x="5811995" y="5257286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76" name="Folded Corner 75">
              <a:extLst>
                <a:ext uri="{FF2B5EF4-FFF2-40B4-BE49-F238E27FC236}">
                  <a16:creationId xmlns:a16="http://schemas.microsoft.com/office/drawing/2014/main" id="{89B3E3AB-9597-5443-BFB4-206190A7BA8C}"/>
                </a:ext>
              </a:extLst>
            </p:cNvPr>
            <p:cNvSpPr/>
            <p:nvPr/>
          </p:nvSpPr>
          <p:spPr>
            <a:xfrm>
              <a:off x="5744691" y="5266841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77" name="Folded Corner 76">
              <a:extLst>
                <a:ext uri="{FF2B5EF4-FFF2-40B4-BE49-F238E27FC236}">
                  <a16:creationId xmlns:a16="http://schemas.microsoft.com/office/drawing/2014/main" id="{7F161BC5-6E2C-A641-9DD9-11DE69E20602}"/>
                </a:ext>
              </a:extLst>
            </p:cNvPr>
            <p:cNvSpPr/>
            <p:nvPr/>
          </p:nvSpPr>
          <p:spPr>
            <a:xfrm>
              <a:off x="5591781" y="5257286"/>
              <a:ext cx="493718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f15</a:t>
              </a:r>
            </a:p>
          </p:txBody>
        </p:sp>
        <p:sp>
          <p:nvSpPr>
            <p:cNvPr id="78" name="Folded Corner 77">
              <a:extLst>
                <a:ext uri="{FF2B5EF4-FFF2-40B4-BE49-F238E27FC236}">
                  <a16:creationId xmlns:a16="http://schemas.microsoft.com/office/drawing/2014/main" id="{2BF68FC1-41CD-4B40-9634-D555D88F7128}"/>
                </a:ext>
              </a:extLst>
            </p:cNvPr>
            <p:cNvSpPr/>
            <p:nvPr/>
          </p:nvSpPr>
          <p:spPr>
            <a:xfrm>
              <a:off x="6152513" y="5069502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79" name="Folded Corner 78">
              <a:extLst>
                <a:ext uri="{FF2B5EF4-FFF2-40B4-BE49-F238E27FC236}">
                  <a16:creationId xmlns:a16="http://schemas.microsoft.com/office/drawing/2014/main" id="{960E4350-F412-8648-BDAE-A9A96703A20B}"/>
                </a:ext>
              </a:extLst>
            </p:cNvPr>
            <p:cNvSpPr/>
            <p:nvPr/>
          </p:nvSpPr>
          <p:spPr>
            <a:xfrm>
              <a:off x="6085209" y="5079057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80" name="Folded Corner 79">
              <a:extLst>
                <a:ext uri="{FF2B5EF4-FFF2-40B4-BE49-F238E27FC236}">
                  <a16:creationId xmlns:a16="http://schemas.microsoft.com/office/drawing/2014/main" id="{11CADDEE-931B-5647-990E-C497051E4849}"/>
                </a:ext>
              </a:extLst>
            </p:cNvPr>
            <p:cNvSpPr/>
            <p:nvPr/>
          </p:nvSpPr>
          <p:spPr>
            <a:xfrm>
              <a:off x="6004271" y="5069502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81" name="Folded Corner 80">
              <a:extLst>
                <a:ext uri="{FF2B5EF4-FFF2-40B4-BE49-F238E27FC236}">
                  <a16:creationId xmlns:a16="http://schemas.microsoft.com/office/drawing/2014/main" id="{625D4B50-0A5E-5245-9CE8-F7338057EF34}"/>
                </a:ext>
              </a:extLst>
            </p:cNvPr>
            <p:cNvSpPr/>
            <p:nvPr/>
          </p:nvSpPr>
          <p:spPr>
            <a:xfrm>
              <a:off x="5922389" y="5081145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82" name="Folded Corner 81">
              <a:extLst>
                <a:ext uri="{FF2B5EF4-FFF2-40B4-BE49-F238E27FC236}">
                  <a16:creationId xmlns:a16="http://schemas.microsoft.com/office/drawing/2014/main" id="{E4C640D1-F03E-0C47-90C8-81C07BBF5FC7}"/>
                </a:ext>
              </a:extLst>
            </p:cNvPr>
            <p:cNvSpPr/>
            <p:nvPr/>
          </p:nvSpPr>
          <p:spPr>
            <a:xfrm>
              <a:off x="5841451" y="5071590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83" name="Folded Corner 82">
              <a:extLst>
                <a:ext uri="{FF2B5EF4-FFF2-40B4-BE49-F238E27FC236}">
                  <a16:creationId xmlns:a16="http://schemas.microsoft.com/office/drawing/2014/main" id="{D9815D01-E7C6-9C45-96AC-D9AE79C06FF9}"/>
                </a:ext>
              </a:extLst>
            </p:cNvPr>
            <p:cNvSpPr/>
            <p:nvPr/>
          </p:nvSpPr>
          <p:spPr>
            <a:xfrm>
              <a:off x="5774147" y="5081145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  <p:sp>
          <p:nvSpPr>
            <p:cNvPr id="84" name="Folded Corner 83">
              <a:extLst>
                <a:ext uri="{FF2B5EF4-FFF2-40B4-BE49-F238E27FC236}">
                  <a16:creationId xmlns:a16="http://schemas.microsoft.com/office/drawing/2014/main" id="{DE2008F8-B87B-674C-BBD7-B65ECF47C990}"/>
                </a:ext>
              </a:extLst>
            </p:cNvPr>
            <p:cNvSpPr/>
            <p:nvPr/>
          </p:nvSpPr>
          <p:spPr>
            <a:xfrm>
              <a:off x="5693209" y="5044695"/>
              <a:ext cx="421745" cy="399084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en</a:t>
              </a:r>
              <a:br>
                <a:rPr lang="en-US" sz="1200" dirty="0"/>
              </a:br>
              <a:r>
                <a:rPr lang="en-US" sz="1200" dirty="0"/>
                <a:t>f1</a:t>
              </a:r>
            </a:p>
          </p:txBody>
        </p:sp>
      </p:grpSp>
      <p:sp>
        <p:nvSpPr>
          <p:cNvPr id="85" name="Round Same Side Corner Rectangle 84">
            <a:extLst>
              <a:ext uri="{FF2B5EF4-FFF2-40B4-BE49-F238E27FC236}">
                <a16:creationId xmlns:a16="http://schemas.microsoft.com/office/drawing/2014/main" id="{62C190EB-1CBC-D947-A52B-8E49DA24BB83}"/>
              </a:ext>
            </a:extLst>
          </p:cNvPr>
          <p:cNvSpPr/>
          <p:nvPr/>
        </p:nvSpPr>
        <p:spPr>
          <a:xfrm>
            <a:off x="3491105" y="0"/>
            <a:ext cx="4530077" cy="520765"/>
          </a:xfrm>
          <a:prstGeom prst="round2Same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Japanese: </a:t>
            </a: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accent4">
                    <a:lumMod val="75000"/>
                  </a:schemeClr>
                </a:solidFill>
              </a:rPr>
              <a:t>団子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JP" sz="1800" dirty="0">
                <a:latin typeface="Calibri" charset="0"/>
                <a:cs typeface="Calibri" charset="0"/>
              </a:rPr>
              <a:t>→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    </a:t>
            </a:r>
            <a:r>
              <a:rPr lang="en-US" sz="1800" dirty="0"/>
              <a:t>English: </a:t>
            </a:r>
            <a:r>
              <a:rPr lang="en-US" sz="1800" dirty="0">
                <a:solidFill>
                  <a:schemeClr val="accent1"/>
                </a:solidFill>
              </a:rPr>
              <a:t>Dumpling</a:t>
            </a:r>
            <a:r>
              <a:rPr lang="ja-JP" altLang="en-US" sz="1800">
                <a:solidFill>
                  <a:schemeClr val="accent1"/>
                </a:solidFill>
              </a:rPr>
              <a:t>　</a:t>
            </a:r>
            <a:r>
              <a:rPr lang="ja-JP" altLang="en-US" sz="1800"/>
              <a:t>　</a:t>
            </a:r>
            <a:endParaRPr lang="en-US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86" name="Picture 85" descr="Many different types of food&#10;&#10;Description automatically generated">
            <a:extLst>
              <a:ext uri="{FF2B5EF4-FFF2-40B4-BE49-F238E27FC236}">
                <a16:creationId xmlns:a16="http://schemas.microsoft.com/office/drawing/2014/main" id="{E9397A6B-467F-E04F-8CF7-F6723B2A6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018" y="1404155"/>
            <a:ext cx="1541165" cy="13237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7" name="Picture 86" descr="Many different types of food&#10;&#10;Description automatically generated">
            <a:extLst>
              <a:ext uri="{FF2B5EF4-FFF2-40B4-BE49-F238E27FC236}">
                <a16:creationId xmlns:a16="http://schemas.microsoft.com/office/drawing/2014/main" id="{2E4B2E23-A3A8-A542-9FCA-2244F40FF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765" y="1344697"/>
            <a:ext cx="1541165" cy="13237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8" name="Picture 87" descr="A dish is filled with different types of food&#10;&#10;Description automatically generated">
            <a:extLst>
              <a:ext uri="{FF2B5EF4-FFF2-40B4-BE49-F238E27FC236}">
                <a16:creationId xmlns:a16="http://schemas.microsoft.com/office/drawing/2014/main" id="{D0458E4F-E689-1B44-8B1B-F7131389C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519" y="1409127"/>
            <a:ext cx="1324367" cy="12863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9" name="Picture 88" descr="A dish is filled with different types of food&#10;&#10;Description automatically generated">
            <a:extLst>
              <a:ext uri="{FF2B5EF4-FFF2-40B4-BE49-F238E27FC236}">
                <a16:creationId xmlns:a16="http://schemas.microsoft.com/office/drawing/2014/main" id="{A0D24DB4-3CF4-6A45-BD65-C5A61F3E5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6598" y="1363176"/>
            <a:ext cx="1324367" cy="12863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0" name="Picture 89" descr="A dish is filled with different types of food&#10;&#10;Description automatically generated">
            <a:extLst>
              <a:ext uri="{FF2B5EF4-FFF2-40B4-BE49-F238E27FC236}">
                <a16:creationId xmlns:a16="http://schemas.microsoft.com/office/drawing/2014/main" id="{63E19298-AEDE-DA41-B7F1-05F874EC9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2764" y="1393544"/>
            <a:ext cx="1430160" cy="13891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1" name="Picture 90" descr="Many different types of food&#10;&#10;Description automatically generated">
            <a:extLst>
              <a:ext uri="{FF2B5EF4-FFF2-40B4-BE49-F238E27FC236}">
                <a16:creationId xmlns:a16="http://schemas.microsoft.com/office/drawing/2014/main" id="{DF39A9BE-C227-414F-8B66-3BCEB45CD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456" y="1435936"/>
            <a:ext cx="1541165" cy="13237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7CE6F3E9-96D4-BD48-86B1-866C5A25A0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1914" y="2914624"/>
            <a:ext cx="1311478" cy="458431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930AD7B2-4552-954A-8A2C-D0A09FCE5C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7573182" y="2921517"/>
            <a:ext cx="1143366" cy="440652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3BA0EC29-9A3B-B940-96B7-00A37EB045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30032" y="1006450"/>
            <a:ext cx="277981" cy="280810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3F02F8E5-721C-824C-AB16-875C8DBDA0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23382" y="1004488"/>
            <a:ext cx="277981" cy="28081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4716F3E1-C7BC-DE4E-8C4F-3B1AE67AC05F}"/>
              </a:ext>
            </a:extLst>
          </p:cNvPr>
          <p:cNvSpPr txBox="1"/>
          <p:nvPr/>
        </p:nvSpPr>
        <p:spPr>
          <a:xfrm>
            <a:off x="4984629" y="5679965"/>
            <a:ext cx="568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Low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9561D0E-0B3F-F34A-BDAC-7B2B8B061672}"/>
              </a:ext>
            </a:extLst>
          </p:cNvPr>
          <p:cNvSpPr txBox="1"/>
          <p:nvPr/>
        </p:nvSpPr>
        <p:spPr>
          <a:xfrm>
            <a:off x="6456334" y="5689954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High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942F5E5-8338-7B4C-84CE-2A2641CB2AF7}"/>
              </a:ext>
            </a:extLst>
          </p:cNvPr>
          <p:cNvSpPr txBox="1"/>
          <p:nvPr/>
        </p:nvSpPr>
        <p:spPr>
          <a:xfrm>
            <a:off x="3372356" y="6115366"/>
            <a:ext cx="2516330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JP" dirty="0"/>
              <a:t>Cultural Difference Exists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7D80013-FE25-7648-96E5-A3B312E4E8D0}"/>
              </a:ext>
            </a:extLst>
          </p:cNvPr>
          <p:cNvSpPr txBox="1"/>
          <p:nvPr/>
        </p:nvSpPr>
        <p:spPr>
          <a:xfrm>
            <a:off x="6162343" y="6115366"/>
            <a:ext cx="3388556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JP" dirty="0"/>
              <a:t>Cultural Difference does NOT Exist</a:t>
            </a:r>
          </a:p>
        </p:txBody>
      </p:sp>
    </p:spTree>
    <p:extLst>
      <p:ext uri="{BB962C8B-B14F-4D97-AF65-F5344CB8AC3E}">
        <p14:creationId xmlns:p14="http://schemas.microsoft.com/office/powerpoint/2010/main" val="2881364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グラフィックス 11" descr="女性のプロフィール 単色塗りつぶし">
            <a:extLst>
              <a:ext uri="{FF2B5EF4-FFF2-40B4-BE49-F238E27FC236}">
                <a16:creationId xmlns:a16="http://schemas.microsoft.com/office/drawing/2014/main" id="{7640EFCB-8283-664D-9133-72F721933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806" y="1519780"/>
            <a:ext cx="914400" cy="914400"/>
          </a:xfrm>
          <a:prstGeom prst="rect">
            <a:avLst/>
          </a:prstGeom>
        </p:spPr>
      </p:pic>
      <p:sp>
        <p:nvSpPr>
          <p:cNvPr id="7" name="角丸四角形吹き出し 12">
            <a:extLst>
              <a:ext uri="{FF2B5EF4-FFF2-40B4-BE49-F238E27FC236}">
                <a16:creationId xmlns:a16="http://schemas.microsoft.com/office/drawing/2014/main" id="{D0C8345D-6913-CE40-A92D-B2621C2A007B}"/>
              </a:ext>
            </a:extLst>
          </p:cNvPr>
          <p:cNvSpPr/>
          <p:nvPr/>
        </p:nvSpPr>
        <p:spPr>
          <a:xfrm>
            <a:off x="1780683" y="773747"/>
            <a:ext cx="4585125" cy="1416502"/>
          </a:xfrm>
          <a:prstGeom prst="wedgeRoundRectCallout">
            <a:avLst>
              <a:gd name="adj1" fmla="val -60027"/>
              <a:gd name="adj2" fmla="val 22898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400"/>
              <a:t>どのようにして言語の問題を解決すればよいのでしょうか？</a:t>
            </a:r>
          </a:p>
        </p:txBody>
      </p:sp>
      <p:pic>
        <p:nvPicPr>
          <p:cNvPr id="8" name="グラフィックス 13" descr="女性のプロフィール 単色塗りつぶし">
            <a:extLst>
              <a:ext uri="{FF2B5EF4-FFF2-40B4-BE49-F238E27FC236}">
                <a16:creationId xmlns:a16="http://schemas.microsoft.com/office/drawing/2014/main" id="{2AF93A05-AB93-E242-8180-1949BEC04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263" y="4159484"/>
            <a:ext cx="914400" cy="914400"/>
          </a:xfrm>
          <a:prstGeom prst="rect">
            <a:avLst/>
          </a:prstGeom>
        </p:spPr>
      </p:pic>
      <p:sp>
        <p:nvSpPr>
          <p:cNvPr id="9" name="角丸四角形吹き出し 14">
            <a:extLst>
              <a:ext uri="{FF2B5EF4-FFF2-40B4-BE49-F238E27FC236}">
                <a16:creationId xmlns:a16="http://schemas.microsoft.com/office/drawing/2014/main" id="{00B1DCB0-4FCC-CF4D-A764-893AAE67D7E4}"/>
              </a:ext>
            </a:extLst>
          </p:cNvPr>
          <p:cNvSpPr/>
          <p:nvPr/>
        </p:nvSpPr>
        <p:spPr>
          <a:xfrm>
            <a:off x="1923621" y="4082472"/>
            <a:ext cx="4331405" cy="1245168"/>
          </a:xfrm>
          <a:prstGeom prst="wedgeRoundRectCallout">
            <a:avLst>
              <a:gd name="adj1" fmla="val -63409"/>
              <a:gd name="adj2" fmla="val -11168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400"/>
              <a:t>問題の解決策について、</a:t>
            </a:r>
            <a:endParaRPr lang="en-US" altLang="ja-JP" sz="2400" dirty="0"/>
          </a:p>
          <a:p>
            <a:r>
              <a:rPr lang="ja-JP" altLang="en-US" sz="2400"/>
              <a:t>意見を出してください。</a:t>
            </a:r>
          </a:p>
        </p:txBody>
      </p:sp>
      <p:sp>
        <p:nvSpPr>
          <p:cNvPr id="10" name="テキスト ボックス 15">
            <a:extLst>
              <a:ext uri="{FF2B5EF4-FFF2-40B4-BE49-F238E27FC236}">
                <a16:creationId xmlns:a16="http://schemas.microsoft.com/office/drawing/2014/main" id="{924D0DCC-9844-6543-9D03-9BDE8A69E727}"/>
              </a:ext>
            </a:extLst>
          </p:cNvPr>
          <p:cNvSpPr txBox="1"/>
          <p:nvPr/>
        </p:nvSpPr>
        <p:spPr>
          <a:xfrm>
            <a:off x="174310" y="232204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chemeClr val="accent1">
                    <a:lumMod val="75000"/>
                  </a:schemeClr>
                </a:solidFill>
              </a:rPr>
              <a:t>ファシリテータ</a:t>
            </a:r>
          </a:p>
        </p:txBody>
      </p:sp>
      <p:pic>
        <p:nvPicPr>
          <p:cNvPr id="11" name="グラフィックス 30" descr="男子生徒 単色塗りつぶし">
            <a:extLst>
              <a:ext uri="{FF2B5EF4-FFF2-40B4-BE49-F238E27FC236}">
                <a16:creationId xmlns:a16="http://schemas.microsoft.com/office/drawing/2014/main" id="{4037A06C-D264-5E41-9E83-24B514AB8B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1536" y="2931465"/>
            <a:ext cx="914400" cy="914400"/>
          </a:xfrm>
          <a:prstGeom prst="rect">
            <a:avLst/>
          </a:prstGeom>
        </p:spPr>
      </p:pic>
      <p:sp>
        <p:nvSpPr>
          <p:cNvPr id="12" name="角丸四角形吹き出し 31">
            <a:extLst>
              <a:ext uri="{FF2B5EF4-FFF2-40B4-BE49-F238E27FC236}">
                <a16:creationId xmlns:a16="http://schemas.microsoft.com/office/drawing/2014/main" id="{100F63B3-0BC6-9846-910F-D4A067E537B5}"/>
              </a:ext>
            </a:extLst>
          </p:cNvPr>
          <p:cNvSpPr/>
          <p:nvPr/>
        </p:nvSpPr>
        <p:spPr>
          <a:xfrm>
            <a:off x="610634" y="2785849"/>
            <a:ext cx="4538511" cy="930524"/>
          </a:xfrm>
          <a:prstGeom prst="wedgeRoundRectCallout">
            <a:avLst>
              <a:gd name="adj1" fmla="val 55972"/>
              <a:gd name="adj2" fmla="val 2021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400"/>
              <a:t>移民の言語を教えるために本が必要です。</a:t>
            </a:r>
          </a:p>
        </p:txBody>
      </p:sp>
      <p:sp>
        <p:nvSpPr>
          <p:cNvPr id="13" name="テキスト ボックス 32">
            <a:extLst>
              <a:ext uri="{FF2B5EF4-FFF2-40B4-BE49-F238E27FC236}">
                <a16:creationId xmlns:a16="http://schemas.microsoft.com/office/drawing/2014/main" id="{7055D7FD-06D1-1A4E-97B4-1CAE0B5C4E26}"/>
              </a:ext>
            </a:extLst>
          </p:cNvPr>
          <p:cNvSpPr txBox="1"/>
          <p:nvPr/>
        </p:nvSpPr>
        <p:spPr>
          <a:xfrm>
            <a:off x="5041836" y="373165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chemeClr val="accent1">
                    <a:lumMod val="75000"/>
                  </a:schemeClr>
                </a:solidFill>
              </a:rPr>
              <a:t>低資源言語児童</a:t>
            </a:r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テキスト ボックス 17">
            <a:extLst>
              <a:ext uri="{FF2B5EF4-FFF2-40B4-BE49-F238E27FC236}">
                <a16:creationId xmlns:a16="http://schemas.microsoft.com/office/drawing/2014/main" id="{7B156E8F-DCF5-E948-95F6-B11B5CC71D16}"/>
              </a:ext>
            </a:extLst>
          </p:cNvPr>
          <p:cNvSpPr txBox="1"/>
          <p:nvPr/>
        </p:nvSpPr>
        <p:spPr>
          <a:xfrm>
            <a:off x="198759" y="503084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chemeClr val="accent1">
                    <a:lumMod val="75000"/>
                  </a:schemeClr>
                </a:solidFill>
              </a:rPr>
              <a:t>ファシリテータ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68C4A0-8475-DE49-B996-0D28DC7F92D0}"/>
              </a:ext>
            </a:extLst>
          </p:cNvPr>
          <p:cNvGrpSpPr/>
          <p:nvPr/>
        </p:nvGrpSpPr>
        <p:grpSpPr>
          <a:xfrm rot="20408593">
            <a:off x="5390426" y="1542081"/>
            <a:ext cx="1230987" cy="1355371"/>
            <a:chOff x="5134093" y="2244673"/>
            <a:chExt cx="1230987" cy="1355371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2DF2D905-7F16-114B-9542-F66B01840DC6}"/>
                </a:ext>
              </a:extLst>
            </p:cNvPr>
            <p:cNvSpPr/>
            <p:nvPr/>
          </p:nvSpPr>
          <p:spPr>
            <a:xfrm rot="18869777">
              <a:off x="5767539" y="2769567"/>
              <a:ext cx="467109" cy="72797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pic>
          <p:nvPicPr>
            <p:cNvPr id="18" name="Graphic 17" descr="Tag with solid fill">
              <a:extLst>
                <a:ext uri="{FF2B5EF4-FFF2-40B4-BE49-F238E27FC236}">
                  <a16:creationId xmlns:a16="http://schemas.microsoft.com/office/drawing/2014/main" id="{9BF79E4B-84E2-4941-A8A3-307BF7352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34093" y="2244673"/>
              <a:ext cx="1128122" cy="112812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E6F6867-3737-8C43-B976-96BF40531ACD}"/>
                </a:ext>
              </a:extLst>
            </p:cNvPr>
            <p:cNvSpPr txBox="1"/>
            <p:nvPr/>
          </p:nvSpPr>
          <p:spPr>
            <a:xfrm rot="2716650">
              <a:off x="5340195" y="2818195"/>
              <a:ext cx="11328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2200" b="1" dirty="0">
                  <a:solidFill>
                    <a:schemeClr val="bg1"/>
                  </a:solidFill>
                </a:rPr>
                <a:t>Request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3F888B3-7D00-5A4A-9549-B2778573CE58}"/>
              </a:ext>
            </a:extLst>
          </p:cNvPr>
          <p:cNvGrpSpPr/>
          <p:nvPr/>
        </p:nvGrpSpPr>
        <p:grpSpPr>
          <a:xfrm rot="20327699">
            <a:off x="5075289" y="4734285"/>
            <a:ext cx="1230987" cy="1331775"/>
            <a:chOff x="5134093" y="2244673"/>
            <a:chExt cx="1230987" cy="1331775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72A7FD75-B14F-484A-B251-66F38AB7DDED}"/>
                </a:ext>
              </a:extLst>
            </p:cNvPr>
            <p:cNvSpPr/>
            <p:nvPr/>
          </p:nvSpPr>
          <p:spPr>
            <a:xfrm rot="18869777">
              <a:off x="5767539" y="2769567"/>
              <a:ext cx="467109" cy="72797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pic>
          <p:nvPicPr>
            <p:cNvPr id="24" name="Graphic 23" descr="Tag with solid fill">
              <a:extLst>
                <a:ext uri="{FF2B5EF4-FFF2-40B4-BE49-F238E27FC236}">
                  <a16:creationId xmlns:a16="http://schemas.microsoft.com/office/drawing/2014/main" id="{3BFBE16C-1B3B-F44C-89FF-826885B0C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34093" y="2244673"/>
              <a:ext cx="1128122" cy="1128122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119833E-F5C8-0B45-A785-F9B0EAB330CD}"/>
                </a:ext>
              </a:extLst>
            </p:cNvPr>
            <p:cNvSpPr txBox="1"/>
            <p:nvPr/>
          </p:nvSpPr>
          <p:spPr>
            <a:xfrm rot="2716650">
              <a:off x="5363793" y="2818195"/>
              <a:ext cx="108561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2200" b="1" dirty="0">
                  <a:solidFill>
                    <a:schemeClr val="bg1"/>
                  </a:solidFill>
                </a:rPr>
                <a:t>Instruct</a:t>
              </a:r>
            </a:p>
          </p:txBody>
        </p:sp>
      </p:grpSp>
      <p:sp>
        <p:nvSpPr>
          <p:cNvPr id="26" name="コンテンツ プレースホルダー 2">
            <a:extLst>
              <a:ext uri="{FF2B5EF4-FFF2-40B4-BE49-F238E27FC236}">
                <a16:creationId xmlns:a16="http://schemas.microsoft.com/office/drawing/2014/main" id="{A17B8A71-A1C8-FB41-B67B-7598B9268A3C}"/>
              </a:ext>
            </a:extLst>
          </p:cNvPr>
          <p:cNvSpPr txBox="1">
            <a:spLocks/>
          </p:cNvSpPr>
          <p:nvPr/>
        </p:nvSpPr>
        <p:spPr>
          <a:xfrm>
            <a:off x="6380286" y="414871"/>
            <a:ext cx="5180215" cy="4121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36885"/>
              </a:buClr>
              <a:buFont typeface="システムフォント"/>
              <a:buChar char="&gt;"/>
              <a:defRPr kumimoji="1" sz="2800" b="0" i="0" kern="1200">
                <a:solidFill>
                  <a:srgbClr val="4E709D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Apple Symbols" panose="02000000000000000000" pitchFamily="2" charset="-79"/>
              <a:buChar char="≫"/>
              <a:defRPr kumimoji="1" sz="2400" b="0" i="0" kern="1200">
                <a:solidFill>
                  <a:srgbClr val="4E709D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.Hiragino Kaku Gothic Interface W3"/>
              <a:buChar char="ｰ"/>
              <a:defRPr kumimoji="1" sz="2000" b="0" i="0" kern="1200">
                <a:solidFill>
                  <a:srgbClr val="4E709D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Arial" panose="020B0604020202020204" pitchFamily="34" charset="0"/>
              <a:buChar char="•"/>
              <a:defRPr kumimoji="1" sz="1800" b="0" i="0" kern="1200">
                <a:solidFill>
                  <a:srgbClr val="4E709D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ja-JP" dirty="0">
              <a:solidFill>
                <a:srgbClr val="FF0000"/>
              </a:solidFill>
            </a:endParaRPr>
          </a:p>
          <a:p>
            <a:pPr lvl="1"/>
            <a:r>
              <a:rPr lang="ja-JP" altLang="en-US">
                <a:solidFill>
                  <a:schemeClr val="accent2"/>
                </a:solidFill>
              </a:rPr>
              <a:t>低資源言語の児童</a:t>
            </a:r>
            <a:r>
              <a:rPr lang="ja-JP" altLang="en-US">
                <a:solidFill>
                  <a:srgbClr val="4D709D"/>
                </a:solidFill>
              </a:rPr>
              <a:t>の応答数</a:t>
            </a:r>
            <a:endParaRPr lang="en-US" altLang="ja-JP" dirty="0">
              <a:solidFill>
                <a:srgbClr val="4D709D"/>
              </a:solidFill>
            </a:endParaRPr>
          </a:p>
          <a:p>
            <a:pPr lvl="1"/>
            <a:endParaRPr lang="en-US" altLang="ja-JP" dirty="0">
              <a:solidFill>
                <a:srgbClr val="4D709D"/>
              </a:solidFill>
            </a:endParaRPr>
          </a:p>
          <a:p>
            <a:pPr lvl="1"/>
            <a:endParaRPr lang="en-US" altLang="ja-JP" dirty="0">
              <a:solidFill>
                <a:srgbClr val="4D709D"/>
              </a:solidFill>
            </a:endParaRPr>
          </a:p>
          <a:p>
            <a:pPr lvl="1"/>
            <a:endParaRPr lang="en-US" altLang="ja-JP" dirty="0">
              <a:solidFill>
                <a:srgbClr val="4D709D"/>
              </a:solidFill>
            </a:endParaRPr>
          </a:p>
          <a:p>
            <a:pPr lvl="1"/>
            <a:endParaRPr lang="en-US" altLang="ja-JP" dirty="0">
              <a:solidFill>
                <a:srgbClr val="4D709D"/>
              </a:solidFill>
            </a:endParaRPr>
          </a:p>
          <a:p>
            <a:pPr marL="457200" lvl="1" indent="0">
              <a:buNone/>
            </a:pPr>
            <a:endParaRPr lang="en-US" altLang="ja-JP" sz="2800" dirty="0">
              <a:solidFill>
                <a:srgbClr val="4D709D"/>
              </a:solidFill>
            </a:endParaRPr>
          </a:p>
          <a:p>
            <a:pPr lvl="1"/>
            <a:endParaRPr lang="en-US" altLang="ja-JP" sz="800" dirty="0">
              <a:solidFill>
                <a:srgbClr val="FF0000"/>
              </a:solidFill>
            </a:endParaRPr>
          </a:p>
          <a:p>
            <a:pPr lvl="1"/>
            <a:r>
              <a:rPr lang="ja-JP" altLang="en-US">
                <a:solidFill>
                  <a:schemeClr val="accent2"/>
                </a:solidFill>
              </a:rPr>
              <a:t>その他の言語の児童</a:t>
            </a:r>
            <a:r>
              <a:rPr lang="ja-JP" altLang="en-US">
                <a:solidFill>
                  <a:srgbClr val="4D709D"/>
                </a:solidFill>
              </a:rPr>
              <a:t>の応答数</a:t>
            </a:r>
          </a:p>
        </p:txBody>
      </p:sp>
      <p:graphicFrame>
        <p:nvGraphicFramePr>
          <p:cNvPr id="27" name="表 5">
            <a:extLst>
              <a:ext uri="{FF2B5EF4-FFF2-40B4-BE49-F238E27FC236}">
                <a16:creationId xmlns:a16="http://schemas.microsoft.com/office/drawing/2014/main" id="{EF1DBD2F-8BB3-E340-8609-5CBF40EDE5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7677177"/>
              </p:ext>
            </p:extLst>
          </p:nvPr>
        </p:nvGraphicFramePr>
        <p:xfrm>
          <a:off x="6822247" y="1250979"/>
          <a:ext cx="4738254" cy="201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992">
                  <a:extLst>
                    <a:ext uri="{9D8B030D-6E8A-4147-A177-3AD203B41FA5}">
                      <a16:colId xmlns:a16="http://schemas.microsoft.com/office/drawing/2014/main" val="224818711"/>
                    </a:ext>
                  </a:extLst>
                </a:gridCol>
                <a:gridCol w="1031349">
                  <a:extLst>
                    <a:ext uri="{9D8B030D-6E8A-4147-A177-3AD203B41FA5}">
                      <a16:colId xmlns:a16="http://schemas.microsoft.com/office/drawing/2014/main" val="3060657389"/>
                    </a:ext>
                  </a:extLst>
                </a:gridCol>
                <a:gridCol w="1018871">
                  <a:extLst>
                    <a:ext uri="{9D8B030D-6E8A-4147-A177-3AD203B41FA5}">
                      <a16:colId xmlns:a16="http://schemas.microsoft.com/office/drawing/2014/main" val="3826747998"/>
                    </a:ext>
                  </a:extLst>
                </a:gridCol>
                <a:gridCol w="958042">
                  <a:extLst>
                    <a:ext uri="{9D8B030D-6E8A-4147-A177-3AD203B41FA5}">
                      <a16:colId xmlns:a16="http://schemas.microsoft.com/office/drawing/2014/main" val="833993649"/>
                    </a:ext>
                  </a:extLst>
                </a:gridCol>
              </a:tblGrid>
              <a:tr h="335400">
                <a:tc>
                  <a:txBody>
                    <a:bodyPr/>
                    <a:lstStyle/>
                    <a:p>
                      <a:r>
                        <a:rPr kumimoji="1" lang="ja-JP" altLang="en-US" sz="1600" b="0"/>
                        <a:t>クロス集計表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/>
                        <a:t>応答数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/>
                        <a:t>無応答数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/>
                        <a:t>合計数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425657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Request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16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27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789605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Instruct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8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917202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Suggest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15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16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897641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Address Offer</a:t>
                      </a:r>
                      <a:endParaRPr kumimoji="1" lang="ja-JP" altLang="en-US" sz="1600" baseline="30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baseline="30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008305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ja-JP" altLang="en-US" sz="1600" baseline="0"/>
                        <a:t>合計</a:t>
                      </a:r>
                      <a:endParaRPr kumimoji="1" lang="en-US" altLang="ja-JP" sz="16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aseline="0" dirty="0"/>
                        <a:t>13</a:t>
                      </a:r>
                      <a:endParaRPr kumimoji="1" lang="ja-JP" altLang="en-US" sz="16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39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52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633409"/>
                  </a:ext>
                </a:extLst>
              </a:tr>
            </a:tbl>
          </a:graphicData>
        </a:graphic>
      </p:graphicFrame>
      <p:graphicFrame>
        <p:nvGraphicFramePr>
          <p:cNvPr id="28" name="表 5">
            <a:extLst>
              <a:ext uri="{FF2B5EF4-FFF2-40B4-BE49-F238E27FC236}">
                <a16:creationId xmlns:a16="http://schemas.microsoft.com/office/drawing/2014/main" id="{8D7C9E52-8D11-0A4E-992F-F3E827B3CF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7679611"/>
              </p:ext>
            </p:extLst>
          </p:nvPr>
        </p:nvGraphicFramePr>
        <p:xfrm>
          <a:off x="6822245" y="3829638"/>
          <a:ext cx="4738255" cy="201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659">
                  <a:extLst>
                    <a:ext uri="{9D8B030D-6E8A-4147-A177-3AD203B41FA5}">
                      <a16:colId xmlns:a16="http://schemas.microsoft.com/office/drawing/2014/main" val="224818711"/>
                    </a:ext>
                  </a:extLst>
                </a:gridCol>
                <a:gridCol w="973683">
                  <a:extLst>
                    <a:ext uri="{9D8B030D-6E8A-4147-A177-3AD203B41FA5}">
                      <a16:colId xmlns:a16="http://schemas.microsoft.com/office/drawing/2014/main" val="3060657389"/>
                    </a:ext>
                  </a:extLst>
                </a:gridCol>
                <a:gridCol w="1018871">
                  <a:extLst>
                    <a:ext uri="{9D8B030D-6E8A-4147-A177-3AD203B41FA5}">
                      <a16:colId xmlns:a16="http://schemas.microsoft.com/office/drawing/2014/main" val="3826747998"/>
                    </a:ext>
                  </a:extLst>
                </a:gridCol>
                <a:gridCol w="958042">
                  <a:extLst>
                    <a:ext uri="{9D8B030D-6E8A-4147-A177-3AD203B41FA5}">
                      <a16:colId xmlns:a16="http://schemas.microsoft.com/office/drawing/2014/main" val="833993649"/>
                    </a:ext>
                  </a:extLst>
                </a:gridCol>
              </a:tblGrid>
              <a:tr h="335400">
                <a:tc>
                  <a:txBody>
                    <a:bodyPr/>
                    <a:lstStyle/>
                    <a:p>
                      <a:r>
                        <a:rPr kumimoji="1" lang="ja-JP" altLang="en-US" sz="1600" b="0"/>
                        <a:t>クロス集計表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/>
                        <a:t>応答数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/>
                        <a:t>無応答数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/>
                        <a:t>合計数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425657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Request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78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131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209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789605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Instruct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107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178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917202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Suggest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114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125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897641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Address Offer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008305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ja-JP" altLang="en-US" sz="1600"/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160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352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512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629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382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グラフィックス 11" descr="女性のプロフィール 単色塗りつぶし">
            <a:extLst>
              <a:ext uri="{FF2B5EF4-FFF2-40B4-BE49-F238E27FC236}">
                <a16:creationId xmlns:a16="http://schemas.microsoft.com/office/drawing/2014/main" id="{7640EFCB-8283-664D-9133-72F721933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806" y="1519780"/>
            <a:ext cx="914400" cy="914400"/>
          </a:xfrm>
          <a:prstGeom prst="rect">
            <a:avLst/>
          </a:prstGeom>
        </p:spPr>
      </p:pic>
      <p:sp>
        <p:nvSpPr>
          <p:cNvPr id="7" name="角丸四角形吹き出し 12">
            <a:extLst>
              <a:ext uri="{FF2B5EF4-FFF2-40B4-BE49-F238E27FC236}">
                <a16:creationId xmlns:a16="http://schemas.microsoft.com/office/drawing/2014/main" id="{D0C8345D-6913-CE40-A92D-B2621C2A007B}"/>
              </a:ext>
            </a:extLst>
          </p:cNvPr>
          <p:cNvSpPr/>
          <p:nvPr/>
        </p:nvSpPr>
        <p:spPr>
          <a:xfrm>
            <a:off x="1760604" y="1561600"/>
            <a:ext cx="3560774" cy="914400"/>
          </a:xfrm>
          <a:prstGeom prst="wedgeRoundRectCallout">
            <a:avLst>
              <a:gd name="adj1" fmla="val -59738"/>
              <a:gd name="adj2" fmla="val -797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How to solve a language problem?</a:t>
            </a:r>
            <a:endParaRPr lang="ja-JP" altLang="en-US" sz="2400"/>
          </a:p>
        </p:txBody>
      </p:sp>
      <p:pic>
        <p:nvPicPr>
          <p:cNvPr id="8" name="グラフィックス 13" descr="女性のプロフィール 単色塗りつぶし">
            <a:extLst>
              <a:ext uri="{FF2B5EF4-FFF2-40B4-BE49-F238E27FC236}">
                <a16:creationId xmlns:a16="http://schemas.microsoft.com/office/drawing/2014/main" id="{2AF93A05-AB93-E242-8180-1949BEC04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263" y="4159484"/>
            <a:ext cx="914400" cy="914400"/>
          </a:xfrm>
          <a:prstGeom prst="rect">
            <a:avLst/>
          </a:prstGeom>
        </p:spPr>
      </p:pic>
      <p:sp>
        <p:nvSpPr>
          <p:cNvPr id="9" name="角丸四角形吹き出し 14">
            <a:extLst>
              <a:ext uri="{FF2B5EF4-FFF2-40B4-BE49-F238E27FC236}">
                <a16:creationId xmlns:a16="http://schemas.microsoft.com/office/drawing/2014/main" id="{00B1DCB0-4FCC-CF4D-A764-893AAE67D7E4}"/>
              </a:ext>
            </a:extLst>
          </p:cNvPr>
          <p:cNvSpPr/>
          <p:nvPr/>
        </p:nvSpPr>
        <p:spPr>
          <a:xfrm>
            <a:off x="1576874" y="4389674"/>
            <a:ext cx="4519126" cy="1056257"/>
          </a:xfrm>
          <a:prstGeom prst="wedgeRoundRectCallout">
            <a:avLst>
              <a:gd name="adj1" fmla="val -56458"/>
              <a:gd name="adj2" fmla="val -3683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About the solutions to the problem, give your opinion.</a:t>
            </a:r>
            <a:endParaRPr lang="ja-JP" altLang="en-US" sz="2400"/>
          </a:p>
        </p:txBody>
      </p:sp>
      <p:sp>
        <p:nvSpPr>
          <p:cNvPr id="10" name="テキスト ボックス 15">
            <a:extLst>
              <a:ext uri="{FF2B5EF4-FFF2-40B4-BE49-F238E27FC236}">
                <a16:creationId xmlns:a16="http://schemas.microsoft.com/office/drawing/2014/main" id="{924D0DCC-9844-6543-9D03-9BDE8A69E727}"/>
              </a:ext>
            </a:extLst>
          </p:cNvPr>
          <p:cNvSpPr txBox="1"/>
          <p:nvPr/>
        </p:nvSpPr>
        <p:spPr>
          <a:xfrm>
            <a:off x="554906" y="2361719"/>
            <a:ext cx="1110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accent1">
                    <a:lumMod val="75000"/>
                  </a:schemeClr>
                </a:solidFill>
              </a:rPr>
              <a:t>Facilitator</a:t>
            </a:r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" name="グラフィックス 30" descr="男子生徒 単色塗りつぶし">
            <a:extLst>
              <a:ext uri="{FF2B5EF4-FFF2-40B4-BE49-F238E27FC236}">
                <a16:creationId xmlns:a16="http://schemas.microsoft.com/office/drawing/2014/main" id="{4037A06C-D264-5E41-9E83-24B514AB8B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58160" y="2986327"/>
            <a:ext cx="914400" cy="914400"/>
          </a:xfrm>
          <a:prstGeom prst="rect">
            <a:avLst/>
          </a:prstGeom>
        </p:spPr>
      </p:pic>
      <p:sp>
        <p:nvSpPr>
          <p:cNvPr id="12" name="角丸四角形吹き出し 31">
            <a:extLst>
              <a:ext uri="{FF2B5EF4-FFF2-40B4-BE49-F238E27FC236}">
                <a16:creationId xmlns:a16="http://schemas.microsoft.com/office/drawing/2014/main" id="{100F63B3-0BC6-9846-910F-D4A067E537B5}"/>
              </a:ext>
            </a:extLst>
          </p:cNvPr>
          <p:cNvSpPr/>
          <p:nvPr/>
        </p:nvSpPr>
        <p:spPr>
          <a:xfrm>
            <a:off x="641806" y="2894954"/>
            <a:ext cx="4579046" cy="900487"/>
          </a:xfrm>
          <a:prstGeom prst="wedgeRoundRectCallout">
            <a:avLst>
              <a:gd name="adj1" fmla="val 55972"/>
              <a:gd name="adj2" fmla="val 2021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I need a book to teach the language of the immigrants.</a:t>
            </a:r>
            <a:endParaRPr lang="ja-JP" altLang="en-US" sz="2400"/>
          </a:p>
        </p:txBody>
      </p:sp>
      <p:sp>
        <p:nvSpPr>
          <p:cNvPr id="13" name="テキスト ボックス 32">
            <a:extLst>
              <a:ext uri="{FF2B5EF4-FFF2-40B4-BE49-F238E27FC236}">
                <a16:creationId xmlns:a16="http://schemas.microsoft.com/office/drawing/2014/main" id="{7055D7FD-06D1-1A4E-97B4-1CAE0B5C4E26}"/>
              </a:ext>
            </a:extLst>
          </p:cNvPr>
          <p:cNvSpPr txBox="1"/>
          <p:nvPr/>
        </p:nvSpPr>
        <p:spPr>
          <a:xfrm>
            <a:off x="4842484" y="3743990"/>
            <a:ext cx="1534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Low-resource </a:t>
            </a:r>
            <a:b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language </a:t>
            </a:r>
            <a:r>
              <a:rPr kumimoji="1" lang="en-US" altLang="ja-JP" dirty="0">
                <a:solidFill>
                  <a:schemeClr val="accent1">
                    <a:lumMod val="75000"/>
                  </a:schemeClr>
                </a:solidFill>
              </a:rPr>
              <a:t>child</a:t>
            </a:r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68C4A0-8475-DE49-B996-0D28DC7F92D0}"/>
              </a:ext>
            </a:extLst>
          </p:cNvPr>
          <p:cNvGrpSpPr/>
          <p:nvPr/>
        </p:nvGrpSpPr>
        <p:grpSpPr>
          <a:xfrm rot="20408593">
            <a:off x="4946117" y="1878602"/>
            <a:ext cx="1230987" cy="1355371"/>
            <a:chOff x="5134093" y="2244673"/>
            <a:chExt cx="1230987" cy="1355371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2DF2D905-7F16-114B-9542-F66B01840DC6}"/>
                </a:ext>
              </a:extLst>
            </p:cNvPr>
            <p:cNvSpPr/>
            <p:nvPr/>
          </p:nvSpPr>
          <p:spPr>
            <a:xfrm rot="18869777">
              <a:off x="5767539" y="2769567"/>
              <a:ext cx="467109" cy="72797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pic>
          <p:nvPicPr>
            <p:cNvPr id="18" name="Graphic 17" descr="Tag with solid fill">
              <a:extLst>
                <a:ext uri="{FF2B5EF4-FFF2-40B4-BE49-F238E27FC236}">
                  <a16:creationId xmlns:a16="http://schemas.microsoft.com/office/drawing/2014/main" id="{9BF79E4B-84E2-4941-A8A3-307BF7352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34093" y="2244673"/>
              <a:ext cx="1128122" cy="112812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E6F6867-3737-8C43-B976-96BF40531ACD}"/>
                </a:ext>
              </a:extLst>
            </p:cNvPr>
            <p:cNvSpPr txBox="1"/>
            <p:nvPr/>
          </p:nvSpPr>
          <p:spPr>
            <a:xfrm rot="2716650">
              <a:off x="5340195" y="2818195"/>
              <a:ext cx="11328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2200" b="1" dirty="0">
                  <a:solidFill>
                    <a:schemeClr val="bg1"/>
                  </a:solidFill>
                </a:rPr>
                <a:t>Request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3F888B3-7D00-5A4A-9549-B2778573CE58}"/>
              </a:ext>
            </a:extLst>
          </p:cNvPr>
          <p:cNvGrpSpPr/>
          <p:nvPr/>
        </p:nvGrpSpPr>
        <p:grpSpPr>
          <a:xfrm rot="20327699">
            <a:off x="4642667" y="5047437"/>
            <a:ext cx="1230987" cy="1331775"/>
            <a:chOff x="5134093" y="2244673"/>
            <a:chExt cx="1230987" cy="1331775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72A7FD75-B14F-484A-B251-66F38AB7DDED}"/>
                </a:ext>
              </a:extLst>
            </p:cNvPr>
            <p:cNvSpPr/>
            <p:nvPr/>
          </p:nvSpPr>
          <p:spPr>
            <a:xfrm rot="18869777">
              <a:off x="5767539" y="2769567"/>
              <a:ext cx="467109" cy="72797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pic>
          <p:nvPicPr>
            <p:cNvPr id="24" name="Graphic 23" descr="Tag with solid fill">
              <a:extLst>
                <a:ext uri="{FF2B5EF4-FFF2-40B4-BE49-F238E27FC236}">
                  <a16:creationId xmlns:a16="http://schemas.microsoft.com/office/drawing/2014/main" id="{3BFBE16C-1B3B-F44C-89FF-826885B0C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34093" y="2244673"/>
              <a:ext cx="1128122" cy="1128122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119833E-F5C8-0B45-A785-F9B0EAB330CD}"/>
                </a:ext>
              </a:extLst>
            </p:cNvPr>
            <p:cNvSpPr txBox="1"/>
            <p:nvPr/>
          </p:nvSpPr>
          <p:spPr>
            <a:xfrm rot="2716650">
              <a:off x="5363793" y="2818195"/>
              <a:ext cx="108561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2200" b="1" dirty="0">
                  <a:solidFill>
                    <a:schemeClr val="bg1"/>
                  </a:solidFill>
                </a:rPr>
                <a:t>Instruct</a:t>
              </a:r>
            </a:p>
          </p:txBody>
        </p:sp>
      </p:grpSp>
      <p:sp>
        <p:nvSpPr>
          <p:cNvPr id="26" name="コンテンツ プレースホルダー 2">
            <a:extLst>
              <a:ext uri="{FF2B5EF4-FFF2-40B4-BE49-F238E27FC236}">
                <a16:creationId xmlns:a16="http://schemas.microsoft.com/office/drawing/2014/main" id="{A17B8A71-A1C8-FB41-B67B-7598B9268A3C}"/>
              </a:ext>
            </a:extLst>
          </p:cNvPr>
          <p:cNvSpPr txBox="1">
            <a:spLocks/>
          </p:cNvSpPr>
          <p:nvPr/>
        </p:nvSpPr>
        <p:spPr>
          <a:xfrm>
            <a:off x="6363865" y="301176"/>
            <a:ext cx="5180215" cy="918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JP"/>
            </a:defPPr>
            <a:lvl1pPr indent="0">
              <a:lnSpc>
                <a:spcPct val="90000"/>
              </a:lnSpc>
              <a:spcBef>
                <a:spcPts val="1000"/>
              </a:spcBef>
              <a:buClr>
                <a:srgbClr val="536885"/>
              </a:buClr>
              <a:buFont typeface="システムフォント"/>
              <a:buNone/>
              <a:defRPr kumimoji="1" sz="2800" b="0" i="0">
                <a:solidFill>
                  <a:schemeClr val="accent1"/>
                </a:solidFill>
                <a:latin typeface="Segoe UI Web (West European)"/>
                <a:cs typeface="Calibri Light" panose="020F03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Apple Symbols" panose="02000000000000000000" pitchFamily="2" charset="-79"/>
              <a:buChar char="≫"/>
              <a:defRPr kumimoji="1" b="0" i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.Hiragino Kaku Gothic Interface W3"/>
              <a:buChar char="ｰ"/>
              <a:defRPr kumimoji="1" sz="2000" b="0" i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Arial" panose="020B0604020202020204" pitchFamily="34" charset="0"/>
              <a:buChar char="•"/>
              <a:defRPr kumimoji="1" b="0" i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/>
            </a:lvl9pPr>
          </a:lstStyle>
          <a:p>
            <a:pPr lvl="1"/>
            <a:endParaRPr lang="en-US" altLang="ja-JP" dirty="0"/>
          </a:p>
          <a:p>
            <a:pPr marL="457200" lvl="1" indent="0">
              <a:buNone/>
            </a:pPr>
            <a:r>
              <a:rPr lang="en-US" dirty="0"/>
              <a:t>&gt;&gt; Number of responses from children speaking </a:t>
            </a:r>
            <a:r>
              <a:rPr lang="en-US" dirty="0">
                <a:solidFill>
                  <a:schemeClr val="accent2"/>
                </a:solidFill>
              </a:rPr>
              <a:t>low-resource languages</a:t>
            </a:r>
            <a:endParaRPr lang="ja-JP" altLang="en-US">
              <a:solidFill>
                <a:schemeClr val="accent2"/>
              </a:solidFill>
            </a:endParaRPr>
          </a:p>
        </p:txBody>
      </p:sp>
      <p:graphicFrame>
        <p:nvGraphicFramePr>
          <p:cNvPr id="27" name="表 5">
            <a:extLst>
              <a:ext uri="{FF2B5EF4-FFF2-40B4-BE49-F238E27FC236}">
                <a16:creationId xmlns:a16="http://schemas.microsoft.com/office/drawing/2014/main" id="{EF1DBD2F-8BB3-E340-8609-5CBF40EDE5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0450812"/>
              </p:ext>
            </p:extLst>
          </p:nvPr>
        </p:nvGraphicFramePr>
        <p:xfrm>
          <a:off x="6805827" y="1182494"/>
          <a:ext cx="4738254" cy="225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992">
                  <a:extLst>
                    <a:ext uri="{9D8B030D-6E8A-4147-A177-3AD203B41FA5}">
                      <a16:colId xmlns:a16="http://schemas.microsoft.com/office/drawing/2014/main" val="224818711"/>
                    </a:ext>
                  </a:extLst>
                </a:gridCol>
                <a:gridCol w="1031349">
                  <a:extLst>
                    <a:ext uri="{9D8B030D-6E8A-4147-A177-3AD203B41FA5}">
                      <a16:colId xmlns:a16="http://schemas.microsoft.com/office/drawing/2014/main" val="3060657389"/>
                    </a:ext>
                  </a:extLst>
                </a:gridCol>
                <a:gridCol w="1018871">
                  <a:extLst>
                    <a:ext uri="{9D8B030D-6E8A-4147-A177-3AD203B41FA5}">
                      <a16:colId xmlns:a16="http://schemas.microsoft.com/office/drawing/2014/main" val="3826747998"/>
                    </a:ext>
                  </a:extLst>
                </a:gridCol>
                <a:gridCol w="958042">
                  <a:extLst>
                    <a:ext uri="{9D8B030D-6E8A-4147-A177-3AD203B41FA5}">
                      <a16:colId xmlns:a16="http://schemas.microsoft.com/office/drawing/2014/main" val="833993649"/>
                    </a:ext>
                  </a:extLst>
                </a:gridCol>
              </a:tblGrid>
              <a:tr h="3354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Tag</a:t>
                      </a:r>
                      <a:endParaRPr kumimoji="1" lang="ja-JP" alt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Response</a:t>
                      </a:r>
                      <a:endParaRPr kumimoji="1" lang="ja-JP" alt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No Response</a:t>
                      </a:r>
                      <a:endParaRPr kumimoji="1" lang="ja-JP" alt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Total</a:t>
                      </a:r>
                      <a:endParaRPr kumimoji="1" lang="ja-JP" altLang="en-US" sz="16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425657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Request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16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27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789605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Instruct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8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917202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Suggest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15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16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897641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Address Offer</a:t>
                      </a:r>
                      <a:endParaRPr kumimoji="1" lang="ja-JP" altLang="en-US" sz="1600" baseline="30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baseline="30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008305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baseline="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aseline="0" dirty="0"/>
                        <a:t>13</a:t>
                      </a:r>
                      <a:endParaRPr kumimoji="1" lang="ja-JP" altLang="en-US" sz="16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39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52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633409"/>
                  </a:ext>
                </a:extLst>
              </a:tr>
            </a:tbl>
          </a:graphicData>
        </a:graphic>
      </p:graphicFrame>
      <p:graphicFrame>
        <p:nvGraphicFramePr>
          <p:cNvPr id="28" name="表 5">
            <a:extLst>
              <a:ext uri="{FF2B5EF4-FFF2-40B4-BE49-F238E27FC236}">
                <a16:creationId xmlns:a16="http://schemas.microsoft.com/office/drawing/2014/main" id="{8D7C9E52-8D11-0A4E-992F-F3E827B3CF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0371834"/>
              </p:ext>
            </p:extLst>
          </p:nvPr>
        </p:nvGraphicFramePr>
        <p:xfrm>
          <a:off x="6761027" y="4144750"/>
          <a:ext cx="4738255" cy="225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659">
                  <a:extLst>
                    <a:ext uri="{9D8B030D-6E8A-4147-A177-3AD203B41FA5}">
                      <a16:colId xmlns:a16="http://schemas.microsoft.com/office/drawing/2014/main" val="224818711"/>
                    </a:ext>
                  </a:extLst>
                </a:gridCol>
                <a:gridCol w="973683">
                  <a:extLst>
                    <a:ext uri="{9D8B030D-6E8A-4147-A177-3AD203B41FA5}">
                      <a16:colId xmlns:a16="http://schemas.microsoft.com/office/drawing/2014/main" val="3060657389"/>
                    </a:ext>
                  </a:extLst>
                </a:gridCol>
                <a:gridCol w="1018871">
                  <a:extLst>
                    <a:ext uri="{9D8B030D-6E8A-4147-A177-3AD203B41FA5}">
                      <a16:colId xmlns:a16="http://schemas.microsoft.com/office/drawing/2014/main" val="3826747998"/>
                    </a:ext>
                  </a:extLst>
                </a:gridCol>
                <a:gridCol w="958042">
                  <a:extLst>
                    <a:ext uri="{9D8B030D-6E8A-4147-A177-3AD203B41FA5}">
                      <a16:colId xmlns:a16="http://schemas.microsoft.com/office/drawing/2014/main" val="833993649"/>
                    </a:ext>
                  </a:extLst>
                </a:gridCol>
              </a:tblGrid>
              <a:tr h="3354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Tag</a:t>
                      </a:r>
                      <a:endParaRPr kumimoji="1" lang="ja-JP" alt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Response</a:t>
                      </a:r>
                      <a:endParaRPr kumimoji="1" lang="ja-JP" alt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No Response</a:t>
                      </a:r>
                      <a:endParaRPr kumimoji="1" lang="ja-JP" alt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Total</a:t>
                      </a:r>
                      <a:endParaRPr kumimoji="1" lang="ja-JP" altLang="en-US" sz="16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425657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Request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78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131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209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789605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Instruct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107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178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917202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Suggest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114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125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897641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Address Offer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008305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Total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160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352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512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629000"/>
                  </a:ext>
                </a:extLst>
              </a:tr>
            </a:tbl>
          </a:graphicData>
        </a:graphic>
      </p:graphicFrame>
      <p:sp>
        <p:nvSpPr>
          <p:cNvPr id="29" name="テキスト ボックス 15">
            <a:extLst>
              <a:ext uri="{FF2B5EF4-FFF2-40B4-BE49-F238E27FC236}">
                <a16:creationId xmlns:a16="http://schemas.microsoft.com/office/drawing/2014/main" id="{10FE19D8-0D02-2D44-BF82-45BD459526FE}"/>
              </a:ext>
            </a:extLst>
          </p:cNvPr>
          <p:cNvSpPr txBox="1"/>
          <p:nvPr/>
        </p:nvSpPr>
        <p:spPr>
          <a:xfrm>
            <a:off x="483984" y="4958255"/>
            <a:ext cx="1110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accent1">
                    <a:lumMod val="75000"/>
                  </a:schemeClr>
                </a:solidFill>
              </a:rPr>
              <a:t>Facilitator</a:t>
            </a:r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コンテンツ プレースホルダー 2">
            <a:extLst>
              <a:ext uri="{FF2B5EF4-FFF2-40B4-BE49-F238E27FC236}">
                <a16:creationId xmlns:a16="http://schemas.microsoft.com/office/drawing/2014/main" id="{83D06CE7-A9AA-484D-A320-1B8FE6E99FA1}"/>
              </a:ext>
            </a:extLst>
          </p:cNvPr>
          <p:cNvSpPr txBox="1">
            <a:spLocks/>
          </p:cNvSpPr>
          <p:nvPr/>
        </p:nvSpPr>
        <p:spPr>
          <a:xfrm>
            <a:off x="6720596" y="3189009"/>
            <a:ext cx="5180215" cy="918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36885"/>
              </a:buClr>
              <a:buFont typeface="システムフォント"/>
              <a:buChar char="&gt;"/>
              <a:defRPr kumimoji="1" sz="2800" b="0" i="0" kern="1200">
                <a:solidFill>
                  <a:srgbClr val="4E709D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Apple Symbols" panose="02000000000000000000" pitchFamily="2" charset="-79"/>
              <a:buChar char="≫"/>
              <a:defRPr kumimoji="1" sz="2400" b="0" i="0" kern="1200">
                <a:solidFill>
                  <a:srgbClr val="4E709D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.Hiragino Kaku Gothic Interface W3"/>
              <a:buChar char="ｰ"/>
              <a:defRPr kumimoji="1" sz="2000" b="0" i="0" kern="1200">
                <a:solidFill>
                  <a:srgbClr val="4E709D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Arial" panose="020B0604020202020204" pitchFamily="34" charset="0"/>
              <a:buChar char="•"/>
              <a:defRPr kumimoji="1" sz="1800" b="0" i="0" kern="1200">
                <a:solidFill>
                  <a:srgbClr val="4E709D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ja-JP" sz="18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&gt;&gt;Number of responses for children speaking </a:t>
            </a:r>
            <a:r>
              <a:rPr lang="en-US" sz="18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 languages</a:t>
            </a:r>
            <a:endParaRPr lang="en-JP" sz="180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349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グラフィックス 11" descr="女性のプロフィール 単色塗りつぶし">
            <a:extLst>
              <a:ext uri="{FF2B5EF4-FFF2-40B4-BE49-F238E27FC236}">
                <a16:creationId xmlns:a16="http://schemas.microsoft.com/office/drawing/2014/main" id="{7640EFCB-8283-664D-9133-72F721933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806" y="1519780"/>
            <a:ext cx="914400" cy="914400"/>
          </a:xfrm>
          <a:prstGeom prst="rect">
            <a:avLst/>
          </a:prstGeom>
        </p:spPr>
      </p:pic>
      <p:sp>
        <p:nvSpPr>
          <p:cNvPr id="7" name="角丸四角形吹き出し 12">
            <a:extLst>
              <a:ext uri="{FF2B5EF4-FFF2-40B4-BE49-F238E27FC236}">
                <a16:creationId xmlns:a16="http://schemas.microsoft.com/office/drawing/2014/main" id="{D0C8345D-6913-CE40-A92D-B2621C2A007B}"/>
              </a:ext>
            </a:extLst>
          </p:cNvPr>
          <p:cNvSpPr/>
          <p:nvPr/>
        </p:nvSpPr>
        <p:spPr>
          <a:xfrm>
            <a:off x="1792256" y="1561600"/>
            <a:ext cx="3529122" cy="914400"/>
          </a:xfrm>
          <a:prstGeom prst="wedgeRoundRectCallout">
            <a:avLst>
              <a:gd name="adj1" fmla="val -59738"/>
              <a:gd name="adj2" fmla="val -797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How to solve a language problem?</a:t>
            </a:r>
            <a:endParaRPr lang="ja-JP" altLang="en-US" sz="1600"/>
          </a:p>
        </p:txBody>
      </p:sp>
      <p:pic>
        <p:nvPicPr>
          <p:cNvPr id="8" name="グラフィックス 13" descr="女性のプロフィール 単色塗りつぶし">
            <a:extLst>
              <a:ext uri="{FF2B5EF4-FFF2-40B4-BE49-F238E27FC236}">
                <a16:creationId xmlns:a16="http://schemas.microsoft.com/office/drawing/2014/main" id="{2AF93A05-AB93-E242-8180-1949BEC04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263" y="4159484"/>
            <a:ext cx="914400" cy="914400"/>
          </a:xfrm>
          <a:prstGeom prst="rect">
            <a:avLst/>
          </a:prstGeom>
        </p:spPr>
      </p:pic>
      <p:sp>
        <p:nvSpPr>
          <p:cNvPr id="9" name="角丸四角形吹き出し 14">
            <a:extLst>
              <a:ext uri="{FF2B5EF4-FFF2-40B4-BE49-F238E27FC236}">
                <a16:creationId xmlns:a16="http://schemas.microsoft.com/office/drawing/2014/main" id="{00B1DCB0-4FCC-CF4D-A764-893AAE67D7E4}"/>
              </a:ext>
            </a:extLst>
          </p:cNvPr>
          <p:cNvSpPr/>
          <p:nvPr/>
        </p:nvSpPr>
        <p:spPr>
          <a:xfrm>
            <a:off x="1653498" y="4243106"/>
            <a:ext cx="2903512" cy="914399"/>
          </a:xfrm>
          <a:prstGeom prst="wedgeRoundRectCallout">
            <a:avLst>
              <a:gd name="adj1" fmla="val -59738"/>
              <a:gd name="adj2" fmla="val -797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About the solutions to the problem, give your opinion.</a:t>
            </a:r>
            <a:endParaRPr lang="ja-JP" altLang="en-US" sz="1600"/>
          </a:p>
        </p:txBody>
      </p:sp>
      <p:sp>
        <p:nvSpPr>
          <p:cNvPr id="10" name="テキスト ボックス 15">
            <a:extLst>
              <a:ext uri="{FF2B5EF4-FFF2-40B4-BE49-F238E27FC236}">
                <a16:creationId xmlns:a16="http://schemas.microsoft.com/office/drawing/2014/main" id="{924D0DCC-9844-6543-9D03-9BDE8A69E727}"/>
              </a:ext>
            </a:extLst>
          </p:cNvPr>
          <p:cNvSpPr txBox="1"/>
          <p:nvPr/>
        </p:nvSpPr>
        <p:spPr>
          <a:xfrm>
            <a:off x="634418" y="2361719"/>
            <a:ext cx="908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accent1">
                    <a:lumMod val="75000"/>
                  </a:schemeClr>
                </a:solidFill>
              </a:rPr>
              <a:t>Facilitator</a:t>
            </a:r>
            <a:endParaRPr kumimoji="1" lang="ja-JP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" name="グラフィックス 30" descr="男子生徒 単色塗りつぶし">
            <a:extLst>
              <a:ext uri="{FF2B5EF4-FFF2-40B4-BE49-F238E27FC236}">
                <a16:creationId xmlns:a16="http://schemas.microsoft.com/office/drawing/2014/main" id="{4037A06C-D264-5E41-9E83-24B514AB8B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58160" y="2986327"/>
            <a:ext cx="914400" cy="914400"/>
          </a:xfrm>
          <a:prstGeom prst="rect">
            <a:avLst/>
          </a:prstGeom>
        </p:spPr>
      </p:pic>
      <p:sp>
        <p:nvSpPr>
          <p:cNvPr id="12" name="角丸四角形吹き出し 31">
            <a:extLst>
              <a:ext uri="{FF2B5EF4-FFF2-40B4-BE49-F238E27FC236}">
                <a16:creationId xmlns:a16="http://schemas.microsoft.com/office/drawing/2014/main" id="{100F63B3-0BC6-9846-910F-D4A067E537B5}"/>
              </a:ext>
            </a:extLst>
          </p:cNvPr>
          <p:cNvSpPr/>
          <p:nvPr/>
        </p:nvSpPr>
        <p:spPr>
          <a:xfrm>
            <a:off x="1727608" y="2894955"/>
            <a:ext cx="3493244" cy="803798"/>
          </a:xfrm>
          <a:prstGeom prst="wedgeRoundRectCallout">
            <a:avLst>
              <a:gd name="adj1" fmla="val 55972"/>
              <a:gd name="adj2" fmla="val 2021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 need a book to teach the language of the immigrants.</a:t>
            </a:r>
            <a:endParaRPr lang="ja-JP" altLang="en-US" sz="1600"/>
          </a:p>
        </p:txBody>
      </p:sp>
      <p:sp>
        <p:nvSpPr>
          <p:cNvPr id="13" name="テキスト ボックス 32">
            <a:extLst>
              <a:ext uri="{FF2B5EF4-FFF2-40B4-BE49-F238E27FC236}">
                <a16:creationId xmlns:a16="http://schemas.microsoft.com/office/drawing/2014/main" id="{7055D7FD-06D1-1A4E-97B4-1CAE0B5C4E26}"/>
              </a:ext>
            </a:extLst>
          </p:cNvPr>
          <p:cNvSpPr txBox="1"/>
          <p:nvPr/>
        </p:nvSpPr>
        <p:spPr>
          <a:xfrm>
            <a:off x="4842484" y="3743990"/>
            <a:ext cx="1534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Low-resource </a:t>
            </a:r>
            <a:b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language </a:t>
            </a:r>
            <a:r>
              <a:rPr kumimoji="1" lang="en-US" altLang="ja-JP" dirty="0">
                <a:solidFill>
                  <a:schemeClr val="accent1">
                    <a:lumMod val="75000"/>
                  </a:schemeClr>
                </a:solidFill>
              </a:rPr>
              <a:t>child</a:t>
            </a:r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68C4A0-8475-DE49-B996-0D28DC7F92D0}"/>
              </a:ext>
            </a:extLst>
          </p:cNvPr>
          <p:cNvGrpSpPr/>
          <p:nvPr/>
        </p:nvGrpSpPr>
        <p:grpSpPr>
          <a:xfrm rot="20408593">
            <a:off x="4946117" y="1878602"/>
            <a:ext cx="1230987" cy="1355371"/>
            <a:chOff x="5134093" y="2244673"/>
            <a:chExt cx="1230987" cy="1355371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2DF2D905-7F16-114B-9542-F66B01840DC6}"/>
                </a:ext>
              </a:extLst>
            </p:cNvPr>
            <p:cNvSpPr/>
            <p:nvPr/>
          </p:nvSpPr>
          <p:spPr>
            <a:xfrm rot="18869777">
              <a:off x="5767539" y="2769567"/>
              <a:ext cx="467109" cy="72797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pic>
          <p:nvPicPr>
            <p:cNvPr id="18" name="Graphic 17" descr="Tag with solid fill">
              <a:extLst>
                <a:ext uri="{FF2B5EF4-FFF2-40B4-BE49-F238E27FC236}">
                  <a16:creationId xmlns:a16="http://schemas.microsoft.com/office/drawing/2014/main" id="{9BF79E4B-84E2-4941-A8A3-307BF7352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34093" y="2244673"/>
              <a:ext cx="1128122" cy="112812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E6F6867-3737-8C43-B976-96BF40531ACD}"/>
                </a:ext>
              </a:extLst>
            </p:cNvPr>
            <p:cNvSpPr txBox="1"/>
            <p:nvPr/>
          </p:nvSpPr>
          <p:spPr>
            <a:xfrm rot="2716650">
              <a:off x="5340195" y="2818195"/>
              <a:ext cx="11328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2200" b="1" dirty="0">
                  <a:solidFill>
                    <a:schemeClr val="bg1"/>
                  </a:solidFill>
                </a:rPr>
                <a:t>Request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3F888B3-7D00-5A4A-9549-B2778573CE58}"/>
              </a:ext>
            </a:extLst>
          </p:cNvPr>
          <p:cNvGrpSpPr/>
          <p:nvPr/>
        </p:nvGrpSpPr>
        <p:grpSpPr>
          <a:xfrm rot="20327699">
            <a:off x="4352395" y="4630512"/>
            <a:ext cx="1230987" cy="1331775"/>
            <a:chOff x="5134093" y="2244673"/>
            <a:chExt cx="1230987" cy="1331775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72A7FD75-B14F-484A-B251-66F38AB7DDED}"/>
                </a:ext>
              </a:extLst>
            </p:cNvPr>
            <p:cNvSpPr/>
            <p:nvPr/>
          </p:nvSpPr>
          <p:spPr>
            <a:xfrm rot="18869777">
              <a:off x="5767539" y="2769567"/>
              <a:ext cx="467109" cy="72797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pic>
          <p:nvPicPr>
            <p:cNvPr id="24" name="Graphic 23" descr="Tag with solid fill">
              <a:extLst>
                <a:ext uri="{FF2B5EF4-FFF2-40B4-BE49-F238E27FC236}">
                  <a16:creationId xmlns:a16="http://schemas.microsoft.com/office/drawing/2014/main" id="{3BFBE16C-1B3B-F44C-89FF-826885B0C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34093" y="2244673"/>
              <a:ext cx="1128122" cy="1128122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119833E-F5C8-0B45-A785-F9B0EAB330CD}"/>
                </a:ext>
              </a:extLst>
            </p:cNvPr>
            <p:cNvSpPr txBox="1"/>
            <p:nvPr/>
          </p:nvSpPr>
          <p:spPr>
            <a:xfrm rot="2716650">
              <a:off x="5363793" y="2818195"/>
              <a:ext cx="108561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2200" b="1" dirty="0">
                  <a:solidFill>
                    <a:schemeClr val="bg1"/>
                  </a:solidFill>
                </a:rPr>
                <a:t>Instruct</a:t>
              </a:r>
            </a:p>
          </p:txBody>
        </p:sp>
      </p:grpSp>
      <p:sp>
        <p:nvSpPr>
          <p:cNvPr id="26" name="コンテンツ プレースホルダー 2">
            <a:extLst>
              <a:ext uri="{FF2B5EF4-FFF2-40B4-BE49-F238E27FC236}">
                <a16:creationId xmlns:a16="http://schemas.microsoft.com/office/drawing/2014/main" id="{A17B8A71-A1C8-FB41-B67B-7598B9268A3C}"/>
              </a:ext>
            </a:extLst>
          </p:cNvPr>
          <p:cNvSpPr txBox="1">
            <a:spLocks/>
          </p:cNvSpPr>
          <p:nvPr/>
        </p:nvSpPr>
        <p:spPr>
          <a:xfrm>
            <a:off x="6363865" y="301176"/>
            <a:ext cx="5180215" cy="918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JP"/>
            </a:defPPr>
            <a:lvl1pPr indent="0">
              <a:lnSpc>
                <a:spcPct val="90000"/>
              </a:lnSpc>
              <a:spcBef>
                <a:spcPts val="1000"/>
              </a:spcBef>
              <a:buClr>
                <a:srgbClr val="536885"/>
              </a:buClr>
              <a:buFont typeface="システムフォント"/>
              <a:buNone/>
              <a:defRPr kumimoji="1" sz="2800" b="0" i="0">
                <a:solidFill>
                  <a:schemeClr val="accent1"/>
                </a:solidFill>
                <a:latin typeface="Segoe UI Web (West European)"/>
                <a:cs typeface="Calibri Light" panose="020F03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Apple Symbols" panose="02000000000000000000" pitchFamily="2" charset="-79"/>
              <a:buChar char="≫"/>
              <a:defRPr kumimoji="1" b="0" i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.Hiragino Kaku Gothic Interface W3"/>
              <a:buChar char="ｰ"/>
              <a:defRPr kumimoji="1" sz="2000" b="0" i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Arial" panose="020B0604020202020204" pitchFamily="34" charset="0"/>
              <a:buChar char="•"/>
              <a:defRPr kumimoji="1" b="0" i="0">
                <a:solidFill>
                  <a:srgbClr val="4E709D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/>
            </a:lvl9pPr>
          </a:lstStyle>
          <a:p>
            <a:pPr lvl="1"/>
            <a:endParaRPr lang="en-US" altLang="ja-JP" dirty="0"/>
          </a:p>
          <a:p>
            <a:pPr marL="457200" lvl="1" indent="0">
              <a:buNone/>
            </a:pPr>
            <a:r>
              <a:rPr lang="en-US" dirty="0"/>
              <a:t>&gt;&gt; Number of responses from children speaking </a:t>
            </a:r>
            <a:r>
              <a:rPr lang="en-US" dirty="0">
                <a:solidFill>
                  <a:schemeClr val="accent2"/>
                </a:solidFill>
              </a:rPr>
              <a:t>low-resource languages</a:t>
            </a:r>
            <a:endParaRPr lang="ja-JP" altLang="en-US">
              <a:solidFill>
                <a:schemeClr val="accent2"/>
              </a:solidFill>
            </a:endParaRPr>
          </a:p>
        </p:txBody>
      </p:sp>
      <p:graphicFrame>
        <p:nvGraphicFramePr>
          <p:cNvPr id="27" name="表 5">
            <a:extLst>
              <a:ext uri="{FF2B5EF4-FFF2-40B4-BE49-F238E27FC236}">
                <a16:creationId xmlns:a16="http://schemas.microsoft.com/office/drawing/2014/main" id="{EF1DBD2F-8BB3-E340-8609-5CBF40EDE586}"/>
              </a:ext>
            </a:extLst>
          </p:cNvPr>
          <p:cNvGraphicFramePr>
            <a:graphicFrameLocks/>
          </p:cNvGraphicFramePr>
          <p:nvPr/>
        </p:nvGraphicFramePr>
        <p:xfrm>
          <a:off x="6805827" y="1182494"/>
          <a:ext cx="4738254" cy="225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992">
                  <a:extLst>
                    <a:ext uri="{9D8B030D-6E8A-4147-A177-3AD203B41FA5}">
                      <a16:colId xmlns:a16="http://schemas.microsoft.com/office/drawing/2014/main" val="224818711"/>
                    </a:ext>
                  </a:extLst>
                </a:gridCol>
                <a:gridCol w="1031349">
                  <a:extLst>
                    <a:ext uri="{9D8B030D-6E8A-4147-A177-3AD203B41FA5}">
                      <a16:colId xmlns:a16="http://schemas.microsoft.com/office/drawing/2014/main" val="3060657389"/>
                    </a:ext>
                  </a:extLst>
                </a:gridCol>
                <a:gridCol w="1018871">
                  <a:extLst>
                    <a:ext uri="{9D8B030D-6E8A-4147-A177-3AD203B41FA5}">
                      <a16:colId xmlns:a16="http://schemas.microsoft.com/office/drawing/2014/main" val="3826747998"/>
                    </a:ext>
                  </a:extLst>
                </a:gridCol>
                <a:gridCol w="958042">
                  <a:extLst>
                    <a:ext uri="{9D8B030D-6E8A-4147-A177-3AD203B41FA5}">
                      <a16:colId xmlns:a16="http://schemas.microsoft.com/office/drawing/2014/main" val="833993649"/>
                    </a:ext>
                  </a:extLst>
                </a:gridCol>
              </a:tblGrid>
              <a:tr h="3354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Tag</a:t>
                      </a:r>
                      <a:endParaRPr kumimoji="1" lang="ja-JP" alt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Response</a:t>
                      </a:r>
                      <a:endParaRPr kumimoji="1" lang="ja-JP" alt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No Response</a:t>
                      </a:r>
                      <a:endParaRPr kumimoji="1" lang="ja-JP" alt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Total</a:t>
                      </a:r>
                      <a:endParaRPr kumimoji="1" lang="ja-JP" altLang="en-US" sz="16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425657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Request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16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27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789605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Instruct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8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917202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Suggest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15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16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897641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Address Offer</a:t>
                      </a:r>
                      <a:endParaRPr kumimoji="1" lang="ja-JP" altLang="en-US" sz="1600" baseline="30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baseline="30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008305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baseline="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aseline="0" dirty="0"/>
                        <a:t>13</a:t>
                      </a:r>
                      <a:endParaRPr kumimoji="1" lang="ja-JP" altLang="en-US" sz="16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39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52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633409"/>
                  </a:ext>
                </a:extLst>
              </a:tr>
            </a:tbl>
          </a:graphicData>
        </a:graphic>
      </p:graphicFrame>
      <p:graphicFrame>
        <p:nvGraphicFramePr>
          <p:cNvPr id="28" name="表 5">
            <a:extLst>
              <a:ext uri="{FF2B5EF4-FFF2-40B4-BE49-F238E27FC236}">
                <a16:creationId xmlns:a16="http://schemas.microsoft.com/office/drawing/2014/main" id="{8D7C9E52-8D11-0A4E-992F-F3E827B3CF15}"/>
              </a:ext>
            </a:extLst>
          </p:cNvPr>
          <p:cNvGraphicFramePr>
            <a:graphicFrameLocks/>
          </p:cNvGraphicFramePr>
          <p:nvPr/>
        </p:nvGraphicFramePr>
        <p:xfrm>
          <a:off x="6761027" y="4144750"/>
          <a:ext cx="4738255" cy="225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659">
                  <a:extLst>
                    <a:ext uri="{9D8B030D-6E8A-4147-A177-3AD203B41FA5}">
                      <a16:colId xmlns:a16="http://schemas.microsoft.com/office/drawing/2014/main" val="224818711"/>
                    </a:ext>
                  </a:extLst>
                </a:gridCol>
                <a:gridCol w="973683">
                  <a:extLst>
                    <a:ext uri="{9D8B030D-6E8A-4147-A177-3AD203B41FA5}">
                      <a16:colId xmlns:a16="http://schemas.microsoft.com/office/drawing/2014/main" val="3060657389"/>
                    </a:ext>
                  </a:extLst>
                </a:gridCol>
                <a:gridCol w="1018871">
                  <a:extLst>
                    <a:ext uri="{9D8B030D-6E8A-4147-A177-3AD203B41FA5}">
                      <a16:colId xmlns:a16="http://schemas.microsoft.com/office/drawing/2014/main" val="3826747998"/>
                    </a:ext>
                  </a:extLst>
                </a:gridCol>
                <a:gridCol w="958042">
                  <a:extLst>
                    <a:ext uri="{9D8B030D-6E8A-4147-A177-3AD203B41FA5}">
                      <a16:colId xmlns:a16="http://schemas.microsoft.com/office/drawing/2014/main" val="833993649"/>
                    </a:ext>
                  </a:extLst>
                </a:gridCol>
              </a:tblGrid>
              <a:tr h="3354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Tag</a:t>
                      </a:r>
                      <a:endParaRPr kumimoji="1" lang="ja-JP" alt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Response</a:t>
                      </a:r>
                      <a:endParaRPr kumimoji="1" lang="ja-JP" alt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No Response</a:t>
                      </a:r>
                      <a:endParaRPr kumimoji="1" lang="ja-JP" alt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Total</a:t>
                      </a:r>
                      <a:endParaRPr kumimoji="1" lang="ja-JP" altLang="en-US" sz="16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425657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Request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78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131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209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789605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Instruct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107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178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917202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Suggest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114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125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897641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Address Offer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008305"/>
                  </a:ext>
                </a:extLst>
              </a:tr>
              <a:tr h="33540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Total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160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352</a:t>
                      </a:r>
                      <a:endParaRPr kumimoji="1" lang="ja-JP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512</a:t>
                      </a:r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629000"/>
                  </a:ext>
                </a:extLst>
              </a:tr>
            </a:tbl>
          </a:graphicData>
        </a:graphic>
      </p:graphicFrame>
      <p:sp>
        <p:nvSpPr>
          <p:cNvPr id="29" name="テキスト ボックス 15">
            <a:extLst>
              <a:ext uri="{FF2B5EF4-FFF2-40B4-BE49-F238E27FC236}">
                <a16:creationId xmlns:a16="http://schemas.microsoft.com/office/drawing/2014/main" id="{10FE19D8-0D02-2D44-BF82-45BD459526FE}"/>
              </a:ext>
            </a:extLst>
          </p:cNvPr>
          <p:cNvSpPr txBox="1"/>
          <p:nvPr/>
        </p:nvSpPr>
        <p:spPr>
          <a:xfrm>
            <a:off x="563496" y="4958255"/>
            <a:ext cx="908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accent1">
                    <a:lumMod val="75000"/>
                  </a:schemeClr>
                </a:solidFill>
              </a:rPr>
              <a:t>Facilitator</a:t>
            </a:r>
            <a:endParaRPr kumimoji="1" lang="ja-JP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コンテンツ プレースホルダー 2">
            <a:extLst>
              <a:ext uri="{FF2B5EF4-FFF2-40B4-BE49-F238E27FC236}">
                <a16:creationId xmlns:a16="http://schemas.microsoft.com/office/drawing/2014/main" id="{83D06CE7-A9AA-484D-A320-1B8FE6E99FA1}"/>
              </a:ext>
            </a:extLst>
          </p:cNvPr>
          <p:cNvSpPr txBox="1">
            <a:spLocks/>
          </p:cNvSpPr>
          <p:nvPr/>
        </p:nvSpPr>
        <p:spPr>
          <a:xfrm>
            <a:off x="6720596" y="3189009"/>
            <a:ext cx="5180215" cy="918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36885"/>
              </a:buClr>
              <a:buFont typeface="システムフォント"/>
              <a:buChar char="&gt;"/>
              <a:defRPr kumimoji="1" sz="2800" b="0" i="0" kern="1200">
                <a:solidFill>
                  <a:srgbClr val="4E709D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Apple Symbols" panose="02000000000000000000" pitchFamily="2" charset="-79"/>
              <a:buChar char="≫"/>
              <a:defRPr kumimoji="1" sz="2400" b="0" i="0" kern="1200">
                <a:solidFill>
                  <a:srgbClr val="4E709D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.Hiragino Kaku Gothic Interface W3"/>
              <a:buChar char="ｰ"/>
              <a:defRPr kumimoji="1" sz="2000" b="0" i="0" kern="1200">
                <a:solidFill>
                  <a:srgbClr val="4E709D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709D"/>
              </a:buClr>
              <a:buFont typeface="Arial" panose="020B0604020202020204" pitchFamily="34" charset="0"/>
              <a:buChar char="•"/>
              <a:defRPr kumimoji="1" sz="1800" b="0" i="0" kern="1200">
                <a:solidFill>
                  <a:srgbClr val="4E709D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ja-JP" sz="18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&gt;&gt;Number of responses for children speaking </a:t>
            </a:r>
            <a:r>
              <a:rPr lang="en-US" sz="18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 languages</a:t>
            </a:r>
            <a:endParaRPr lang="en-JP" sz="180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83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Phone Frame, Phone Clipart, Frame Clipart, White PNG Transparent Clipart  Image and PSD File for Free Download | Frame clipart, Iphone selfie, Clip  art">
            <a:extLst>
              <a:ext uri="{FF2B5EF4-FFF2-40B4-BE49-F238E27FC236}">
                <a16:creationId xmlns:a16="http://schemas.microsoft.com/office/drawing/2014/main" id="{66F4F8F1-0C8B-E94F-9558-8D6619F71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99" b="98876" l="462" r="96615">
                        <a14:foregroundMark x1="3385" y1="9295" x2="5538" y2="2249"/>
                        <a14:foregroundMark x1="5538" y1="2249" x2="74615" y2="75"/>
                        <a14:foregroundMark x1="74615" y1="75" x2="90615" y2="300"/>
                        <a14:foregroundMark x1="91948" y1="1274" x2="99231" y2="6597"/>
                        <a14:foregroundMark x1="90615" y1="300" x2="91948" y2="1274"/>
                        <a14:foregroundMark x1="99231" y1="6597" x2="99538" y2="88681"/>
                        <a14:foregroundMark x1="99538" y1="88681" x2="94615" y2="95277"/>
                        <a14:foregroundMark x1="94615" y1="95277" x2="9231" y2="98951"/>
                        <a14:foregroundMark x1="9231" y1="98951" x2="6154" y2="19565"/>
                        <a14:foregroundMark x1="6154" y1="19565" x2="154" y2="11544"/>
                        <a14:foregroundMark x1="154" y1="11544" x2="615" y2="4498"/>
                        <a14:foregroundMark x1="615" y1="4498" x2="4462" y2="3148"/>
                        <a14:foregroundMark x1="96923" y1="4273" x2="96923" y2="4273"/>
                        <a14:foregroundMark x1="82000" y1="93703" x2="82000" y2="93703"/>
                        <a14:foregroundMark x1="73692" y1="98876" x2="73692" y2="98876"/>
                        <a14:foregroundMark x1="18154" y1="5772" x2="16308" y2="5922"/>
                        <a14:foregroundMark x1="16308" y1="5772" x2="13692" y2="5772"/>
                        <a14:foregroundMark x1="16000" y1="3673" x2="16000" y2="3673"/>
                        <a14:backgroundMark x1="1846" y1="1124" x2="1846" y2="1124"/>
                        <a14:backgroundMark x1="1846" y1="1124" x2="1846" y2="1124"/>
                        <a14:backgroundMark x1="1846" y1="1124" x2="1846" y2="1124"/>
                        <a14:backgroundMark x1="17077" y1="3523" x2="17077" y2="3523"/>
                        <a14:backgroundMark x1="96154" y1="98726" x2="96154" y2="98726"/>
                        <a14:backgroundMark x1="769" y1="97976" x2="769" y2="97976"/>
                        <a14:backgroundMark x1="1538" y1="98501" x2="1538" y2="98501"/>
                        <a14:backgroundMark x1="96154" y1="1874" x2="96154" y2="1874"/>
                        <a14:backgroundMark x1="93077" y1="1274" x2="93077" y2="1274"/>
                        <a14:backgroundMark x1="1077" y1="2624" x2="1077" y2="2624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400" y="0"/>
            <a:ext cx="33416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3E39EA4-D2E8-D94D-82F2-5135E042EA1D}"/>
              </a:ext>
            </a:extLst>
          </p:cNvPr>
          <p:cNvGrpSpPr/>
          <p:nvPr/>
        </p:nvGrpSpPr>
        <p:grpSpPr>
          <a:xfrm>
            <a:off x="4360073" y="914400"/>
            <a:ext cx="2828339" cy="5029200"/>
            <a:chOff x="4167021" y="0"/>
            <a:chExt cx="3856827" cy="6858000"/>
          </a:xfrm>
        </p:grpSpPr>
        <p:pic>
          <p:nvPicPr>
            <p:cNvPr id="3" name="Picture 2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4B224687-1A6B-C649-8692-967E0F216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68151" y="0"/>
              <a:ext cx="3855697" cy="6858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BAECC53-A196-C44B-BF57-D71427DC23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518" t="17979" r="79663" b="76450"/>
            <a:stretch/>
          </p:blipFill>
          <p:spPr>
            <a:xfrm>
              <a:off x="4167021" y="768927"/>
              <a:ext cx="1347087" cy="40871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7F0C0A3-46CF-4E42-97E3-CE84D47E703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19" t="25666" r="31555" b="13736"/>
          <a:stretch/>
        </p:blipFill>
        <p:spPr>
          <a:xfrm>
            <a:off x="4360073" y="1873412"/>
            <a:ext cx="2828338" cy="20827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2BCC47-5C6B-4943-BEE4-9BEC671E65F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20" t="55168" r="45588" b="38086"/>
          <a:stretch/>
        </p:blipFill>
        <p:spPr>
          <a:xfrm>
            <a:off x="4360072" y="2876451"/>
            <a:ext cx="2827510" cy="2997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B371B3-92BB-194D-9E04-443C3D75753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19" t="25666" r="47254" b="67805"/>
          <a:stretch/>
        </p:blipFill>
        <p:spPr>
          <a:xfrm>
            <a:off x="4368449" y="1793903"/>
            <a:ext cx="2819962" cy="29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46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7" descr="Chart&#10;&#10;Description automatically generated">
            <a:extLst>
              <a:ext uri="{FF2B5EF4-FFF2-40B4-BE49-F238E27FC236}">
                <a16:creationId xmlns:a16="http://schemas.microsoft.com/office/drawing/2014/main" id="{C8F897B4-8953-4C46-BE09-90DBF933CC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1" r="1837"/>
          <a:stretch/>
        </p:blipFill>
        <p:spPr>
          <a:xfrm>
            <a:off x="42204" y="281354"/>
            <a:ext cx="12106925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56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33152</TotalTime>
  <Words>1847</Words>
  <Application>Microsoft Macintosh PowerPoint</Application>
  <PresentationFormat>Widescreen</PresentationFormat>
  <Paragraphs>622</Paragraphs>
  <Slides>26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游ゴシック</vt:lpstr>
      <vt:lpstr>システムフォント</vt:lpstr>
      <vt:lpstr>Apple Symbols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ＰＩＴＵＸＣＯＯＳＵＶＡＲＮ Ｍ．(mond-p)</dc:creator>
  <cp:lastModifiedBy>ＰＩＴＵＸＣＯＯＳＵＶＡＲＮ Ｍ．(mond-p)</cp:lastModifiedBy>
  <cp:revision>6</cp:revision>
  <dcterms:created xsi:type="dcterms:W3CDTF">2022-03-15T03:13:44Z</dcterms:created>
  <dcterms:modified xsi:type="dcterms:W3CDTF">2022-04-07T03:46:15Z</dcterms:modified>
</cp:coreProperties>
</file>